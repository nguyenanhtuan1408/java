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diagrams/data2.xml" ContentType="application/vnd.openxmlformats-officedocument.drawingml.diagramData+xml"/>
  <Override PartName="/ppt/diagrams/data1.xml" ContentType="application/vnd.openxmlformats-officedocument.drawingml.diagramData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62" r:id="rId6"/>
    <p:sldId id="259" r:id="rId7"/>
    <p:sldId id="260" r:id="rId8"/>
    <p:sldId id="261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6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6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833FAA-2BAF-433F-8E5C-BE947219A7DD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1641BD2-F988-4B1A-9AC8-B4A2E2034CDD}">
      <dgm:prSet/>
      <dgm:spPr/>
      <dgm:t>
        <a:bodyPr/>
        <a:lstStyle/>
        <a:p>
          <a:r>
            <a:rPr lang="en-US"/>
            <a:t>Sử dụng khổi try … catch</a:t>
          </a:r>
        </a:p>
      </dgm:t>
    </dgm:pt>
    <dgm:pt modelId="{A7027FC9-A56E-4F7F-A990-AD80AF36E4ED}" type="parTrans" cxnId="{E347D2AF-2B60-43D8-BAC3-1033316E3BC2}">
      <dgm:prSet/>
      <dgm:spPr/>
      <dgm:t>
        <a:bodyPr/>
        <a:lstStyle/>
        <a:p>
          <a:endParaRPr lang="en-US"/>
        </a:p>
      </dgm:t>
    </dgm:pt>
    <dgm:pt modelId="{A2B32D46-BA10-4738-8E61-4BB5BA629533}" type="sibTrans" cxnId="{E347D2AF-2B60-43D8-BAC3-1033316E3BC2}">
      <dgm:prSet/>
      <dgm:spPr/>
      <dgm:t>
        <a:bodyPr/>
        <a:lstStyle/>
        <a:p>
          <a:endParaRPr lang="en-US"/>
        </a:p>
      </dgm:t>
    </dgm:pt>
    <dgm:pt modelId="{2E704958-1A77-4552-9179-294C56B76D4B}">
      <dgm:prSet/>
      <dgm:spPr/>
      <dgm:t>
        <a:bodyPr/>
        <a:lstStyle/>
        <a:p>
          <a:r>
            <a:rPr lang="en-US"/>
            <a:t>Sử dụng multicatch để bắt nhiều ngoại lệ</a:t>
          </a:r>
        </a:p>
      </dgm:t>
    </dgm:pt>
    <dgm:pt modelId="{034740A5-790E-496C-8A7B-2613B43B696B}" type="parTrans" cxnId="{3989E320-D1FB-45D0-8F32-5768127FFBFF}">
      <dgm:prSet/>
      <dgm:spPr/>
      <dgm:t>
        <a:bodyPr/>
        <a:lstStyle/>
        <a:p>
          <a:endParaRPr lang="en-US"/>
        </a:p>
      </dgm:t>
    </dgm:pt>
    <dgm:pt modelId="{8FEB8A65-B9F1-47B9-A72D-107CC937C652}" type="sibTrans" cxnId="{3989E320-D1FB-45D0-8F32-5768127FFBFF}">
      <dgm:prSet/>
      <dgm:spPr/>
      <dgm:t>
        <a:bodyPr/>
        <a:lstStyle/>
        <a:p>
          <a:endParaRPr lang="en-US"/>
        </a:p>
      </dgm:t>
    </dgm:pt>
    <dgm:pt modelId="{64F176E7-5579-4AB7-942C-274C00D1287D}">
      <dgm:prSet/>
      <dgm:spPr/>
      <dgm:t>
        <a:bodyPr/>
        <a:lstStyle/>
        <a:p>
          <a:r>
            <a:rPr lang="en-US"/>
            <a:t>Sử dụng khối try … catch … finally</a:t>
          </a:r>
        </a:p>
      </dgm:t>
    </dgm:pt>
    <dgm:pt modelId="{25D6262D-F519-49A8-B893-22271CA6037A}" type="parTrans" cxnId="{3A8C6FBD-9166-44A5-A96B-CE4AC2BC414F}">
      <dgm:prSet/>
      <dgm:spPr/>
      <dgm:t>
        <a:bodyPr/>
        <a:lstStyle/>
        <a:p>
          <a:endParaRPr lang="en-US"/>
        </a:p>
      </dgm:t>
    </dgm:pt>
    <dgm:pt modelId="{43C048DE-C9B6-4401-B1B3-1999C610460A}" type="sibTrans" cxnId="{3A8C6FBD-9166-44A5-A96B-CE4AC2BC414F}">
      <dgm:prSet/>
      <dgm:spPr/>
      <dgm:t>
        <a:bodyPr/>
        <a:lstStyle/>
        <a:p>
          <a:endParaRPr lang="en-US"/>
        </a:p>
      </dgm:t>
    </dgm:pt>
    <dgm:pt modelId="{E8053710-C5DA-4E1A-93EC-C771DB6F79EC}">
      <dgm:prSet/>
      <dgm:spPr/>
      <dgm:t>
        <a:bodyPr/>
        <a:lstStyle/>
        <a:p>
          <a:r>
            <a:rPr lang="en-US"/>
            <a:t>Sử dụng try với resource</a:t>
          </a:r>
        </a:p>
      </dgm:t>
    </dgm:pt>
    <dgm:pt modelId="{42377D75-ADF8-43B3-AB3B-83DFB3A20BF2}" type="parTrans" cxnId="{E833EECD-D094-4004-AEC7-A764938D2DAA}">
      <dgm:prSet/>
      <dgm:spPr/>
      <dgm:t>
        <a:bodyPr/>
        <a:lstStyle/>
        <a:p>
          <a:endParaRPr lang="en-US"/>
        </a:p>
      </dgm:t>
    </dgm:pt>
    <dgm:pt modelId="{83C2184B-9E7B-41C8-9139-17CBED4C01F4}" type="sibTrans" cxnId="{E833EECD-D094-4004-AEC7-A764938D2DAA}">
      <dgm:prSet/>
      <dgm:spPr/>
      <dgm:t>
        <a:bodyPr/>
        <a:lstStyle/>
        <a:p>
          <a:endParaRPr lang="en-US"/>
        </a:p>
      </dgm:t>
    </dgm:pt>
    <dgm:pt modelId="{F6E20AE2-F4D0-4ECF-882D-E312F0675BB5}">
      <dgm:prSet/>
      <dgm:spPr/>
      <dgm:t>
        <a:bodyPr/>
        <a:lstStyle/>
        <a:p>
          <a:r>
            <a:rPr lang="en-US"/>
            <a:t>Sử dụng Nested try (lồng try)</a:t>
          </a:r>
        </a:p>
      </dgm:t>
    </dgm:pt>
    <dgm:pt modelId="{11139F51-E15B-48A2-A19C-25D5208E80F7}" type="parTrans" cxnId="{222A50CE-9C2A-4527-A9BD-E206CE9D3755}">
      <dgm:prSet/>
      <dgm:spPr/>
      <dgm:t>
        <a:bodyPr/>
        <a:lstStyle/>
        <a:p>
          <a:endParaRPr lang="en-US"/>
        </a:p>
      </dgm:t>
    </dgm:pt>
    <dgm:pt modelId="{8A675327-A7CB-43DB-8C83-7854E2AABACF}" type="sibTrans" cxnId="{222A50CE-9C2A-4527-A9BD-E206CE9D3755}">
      <dgm:prSet/>
      <dgm:spPr/>
      <dgm:t>
        <a:bodyPr/>
        <a:lstStyle/>
        <a:p>
          <a:endParaRPr lang="en-US"/>
        </a:p>
      </dgm:t>
    </dgm:pt>
    <dgm:pt modelId="{75A60587-F15E-4340-87E5-4B25E60CAE18}">
      <dgm:prSet/>
      <dgm:spPr/>
      <dgm:t>
        <a:bodyPr/>
        <a:lstStyle/>
        <a:p>
          <a:r>
            <a:rPr lang="en-US"/>
            <a:t>Sử dụng throw và throws</a:t>
          </a:r>
        </a:p>
      </dgm:t>
    </dgm:pt>
    <dgm:pt modelId="{AE30FED7-9B16-49C2-A3D5-FB9F1DEB9E9B}" type="parTrans" cxnId="{FBA45932-8BCD-4913-A171-14EDF253BD8D}">
      <dgm:prSet/>
      <dgm:spPr/>
      <dgm:t>
        <a:bodyPr/>
        <a:lstStyle/>
        <a:p>
          <a:endParaRPr lang="en-US"/>
        </a:p>
      </dgm:t>
    </dgm:pt>
    <dgm:pt modelId="{C82E14B8-6F73-4ECB-961C-0A6E9C990BC7}" type="sibTrans" cxnId="{FBA45932-8BCD-4913-A171-14EDF253BD8D}">
      <dgm:prSet/>
      <dgm:spPr/>
      <dgm:t>
        <a:bodyPr/>
        <a:lstStyle/>
        <a:p>
          <a:endParaRPr lang="en-US"/>
        </a:p>
      </dgm:t>
    </dgm:pt>
    <dgm:pt modelId="{3A4E16FA-454D-4EBB-A003-B3BB42438391}" type="pres">
      <dgm:prSet presAssocID="{EC833FAA-2BAF-433F-8E5C-BE947219A7DD}" presName="vert0" presStyleCnt="0">
        <dgm:presLayoutVars>
          <dgm:dir/>
          <dgm:animOne val="branch"/>
          <dgm:animLvl val="lvl"/>
        </dgm:presLayoutVars>
      </dgm:prSet>
      <dgm:spPr/>
    </dgm:pt>
    <dgm:pt modelId="{5662F0FF-CFE7-48D2-9506-02689C2A0737}" type="pres">
      <dgm:prSet presAssocID="{81641BD2-F988-4B1A-9AC8-B4A2E2034CDD}" presName="thickLine" presStyleLbl="alignNode1" presStyleIdx="0" presStyleCnt="6"/>
      <dgm:spPr/>
    </dgm:pt>
    <dgm:pt modelId="{0F2F64E3-E57D-45B3-8D44-BFB89642CED1}" type="pres">
      <dgm:prSet presAssocID="{81641BD2-F988-4B1A-9AC8-B4A2E2034CDD}" presName="horz1" presStyleCnt="0"/>
      <dgm:spPr/>
    </dgm:pt>
    <dgm:pt modelId="{4781B275-6745-4D11-AA72-7DC1CFF94828}" type="pres">
      <dgm:prSet presAssocID="{81641BD2-F988-4B1A-9AC8-B4A2E2034CDD}" presName="tx1" presStyleLbl="revTx" presStyleIdx="0" presStyleCnt="6"/>
      <dgm:spPr/>
    </dgm:pt>
    <dgm:pt modelId="{8689BC51-1135-4DF1-A457-06565CF1A077}" type="pres">
      <dgm:prSet presAssocID="{81641BD2-F988-4B1A-9AC8-B4A2E2034CDD}" presName="vert1" presStyleCnt="0"/>
      <dgm:spPr/>
    </dgm:pt>
    <dgm:pt modelId="{952F4D65-6210-401E-AE50-20CECA6725EE}" type="pres">
      <dgm:prSet presAssocID="{2E704958-1A77-4552-9179-294C56B76D4B}" presName="thickLine" presStyleLbl="alignNode1" presStyleIdx="1" presStyleCnt="6"/>
      <dgm:spPr/>
    </dgm:pt>
    <dgm:pt modelId="{673ED763-A68E-46E1-AA0E-8A68A5FE95AA}" type="pres">
      <dgm:prSet presAssocID="{2E704958-1A77-4552-9179-294C56B76D4B}" presName="horz1" presStyleCnt="0"/>
      <dgm:spPr/>
    </dgm:pt>
    <dgm:pt modelId="{4E221318-F1B5-43B3-BCA9-9494297990A9}" type="pres">
      <dgm:prSet presAssocID="{2E704958-1A77-4552-9179-294C56B76D4B}" presName="tx1" presStyleLbl="revTx" presStyleIdx="1" presStyleCnt="6"/>
      <dgm:spPr/>
    </dgm:pt>
    <dgm:pt modelId="{5C15D472-453C-4F62-A487-EF935792779D}" type="pres">
      <dgm:prSet presAssocID="{2E704958-1A77-4552-9179-294C56B76D4B}" presName="vert1" presStyleCnt="0"/>
      <dgm:spPr/>
    </dgm:pt>
    <dgm:pt modelId="{71689822-5584-4147-B4C1-5BC622A91D3F}" type="pres">
      <dgm:prSet presAssocID="{64F176E7-5579-4AB7-942C-274C00D1287D}" presName="thickLine" presStyleLbl="alignNode1" presStyleIdx="2" presStyleCnt="6"/>
      <dgm:spPr/>
    </dgm:pt>
    <dgm:pt modelId="{D2184531-DF04-4DB0-8A4D-7CF6417E2ADF}" type="pres">
      <dgm:prSet presAssocID="{64F176E7-5579-4AB7-942C-274C00D1287D}" presName="horz1" presStyleCnt="0"/>
      <dgm:spPr/>
    </dgm:pt>
    <dgm:pt modelId="{E4F8BA94-0321-4C14-A841-90890BCBDF58}" type="pres">
      <dgm:prSet presAssocID="{64F176E7-5579-4AB7-942C-274C00D1287D}" presName="tx1" presStyleLbl="revTx" presStyleIdx="2" presStyleCnt="6"/>
      <dgm:spPr/>
    </dgm:pt>
    <dgm:pt modelId="{F5587098-B376-4A58-B868-C391CDB89CFC}" type="pres">
      <dgm:prSet presAssocID="{64F176E7-5579-4AB7-942C-274C00D1287D}" presName="vert1" presStyleCnt="0"/>
      <dgm:spPr/>
    </dgm:pt>
    <dgm:pt modelId="{F5264721-A90E-4DDB-ADF6-1F541AF408E8}" type="pres">
      <dgm:prSet presAssocID="{E8053710-C5DA-4E1A-93EC-C771DB6F79EC}" presName="thickLine" presStyleLbl="alignNode1" presStyleIdx="3" presStyleCnt="6"/>
      <dgm:spPr/>
    </dgm:pt>
    <dgm:pt modelId="{A38094F2-D6A0-467C-89FA-FE3148EF9D9B}" type="pres">
      <dgm:prSet presAssocID="{E8053710-C5DA-4E1A-93EC-C771DB6F79EC}" presName="horz1" presStyleCnt="0"/>
      <dgm:spPr/>
    </dgm:pt>
    <dgm:pt modelId="{E43DC9A9-57A5-47C7-9133-F97F86E36A6E}" type="pres">
      <dgm:prSet presAssocID="{E8053710-C5DA-4E1A-93EC-C771DB6F79EC}" presName="tx1" presStyleLbl="revTx" presStyleIdx="3" presStyleCnt="6"/>
      <dgm:spPr/>
    </dgm:pt>
    <dgm:pt modelId="{9EF29F43-7656-4257-9E90-3A37993A694D}" type="pres">
      <dgm:prSet presAssocID="{E8053710-C5DA-4E1A-93EC-C771DB6F79EC}" presName="vert1" presStyleCnt="0"/>
      <dgm:spPr/>
    </dgm:pt>
    <dgm:pt modelId="{F3B4F5BD-28F4-42CB-B288-BB7E13901394}" type="pres">
      <dgm:prSet presAssocID="{F6E20AE2-F4D0-4ECF-882D-E312F0675BB5}" presName="thickLine" presStyleLbl="alignNode1" presStyleIdx="4" presStyleCnt="6"/>
      <dgm:spPr/>
    </dgm:pt>
    <dgm:pt modelId="{EF93E6FC-9F73-4004-A233-C5D1F6EDCB2E}" type="pres">
      <dgm:prSet presAssocID="{F6E20AE2-F4D0-4ECF-882D-E312F0675BB5}" presName="horz1" presStyleCnt="0"/>
      <dgm:spPr/>
    </dgm:pt>
    <dgm:pt modelId="{5F34A741-9C53-4075-9F38-80CD6E6461FF}" type="pres">
      <dgm:prSet presAssocID="{F6E20AE2-F4D0-4ECF-882D-E312F0675BB5}" presName="tx1" presStyleLbl="revTx" presStyleIdx="4" presStyleCnt="6"/>
      <dgm:spPr/>
    </dgm:pt>
    <dgm:pt modelId="{E4E011BB-3B18-40C5-9232-7238C227962D}" type="pres">
      <dgm:prSet presAssocID="{F6E20AE2-F4D0-4ECF-882D-E312F0675BB5}" presName="vert1" presStyleCnt="0"/>
      <dgm:spPr/>
    </dgm:pt>
    <dgm:pt modelId="{86404FBF-D023-4C22-A283-48EE028AB5CE}" type="pres">
      <dgm:prSet presAssocID="{75A60587-F15E-4340-87E5-4B25E60CAE18}" presName="thickLine" presStyleLbl="alignNode1" presStyleIdx="5" presStyleCnt="6"/>
      <dgm:spPr/>
    </dgm:pt>
    <dgm:pt modelId="{DFE0B80E-0C80-4F7C-B79C-08223048F3C1}" type="pres">
      <dgm:prSet presAssocID="{75A60587-F15E-4340-87E5-4B25E60CAE18}" presName="horz1" presStyleCnt="0"/>
      <dgm:spPr/>
    </dgm:pt>
    <dgm:pt modelId="{BED31AA2-0575-4663-8081-7F726181C692}" type="pres">
      <dgm:prSet presAssocID="{75A60587-F15E-4340-87E5-4B25E60CAE18}" presName="tx1" presStyleLbl="revTx" presStyleIdx="5" presStyleCnt="6"/>
      <dgm:spPr/>
    </dgm:pt>
    <dgm:pt modelId="{566193EE-9854-40B5-A5F5-3DBE13C557C5}" type="pres">
      <dgm:prSet presAssocID="{75A60587-F15E-4340-87E5-4B25E60CAE18}" presName="vert1" presStyleCnt="0"/>
      <dgm:spPr/>
    </dgm:pt>
  </dgm:ptLst>
  <dgm:cxnLst>
    <dgm:cxn modelId="{90385A00-2C6F-4C1D-AD67-4E1AE1C09361}" type="presOf" srcId="{E8053710-C5DA-4E1A-93EC-C771DB6F79EC}" destId="{E43DC9A9-57A5-47C7-9133-F97F86E36A6E}" srcOrd="0" destOrd="0" presId="urn:microsoft.com/office/officeart/2008/layout/LinedList"/>
    <dgm:cxn modelId="{F0806C1D-BBF3-458D-A341-605B926031D0}" type="presOf" srcId="{75A60587-F15E-4340-87E5-4B25E60CAE18}" destId="{BED31AA2-0575-4663-8081-7F726181C692}" srcOrd="0" destOrd="0" presId="urn:microsoft.com/office/officeart/2008/layout/LinedList"/>
    <dgm:cxn modelId="{3989E320-D1FB-45D0-8F32-5768127FFBFF}" srcId="{EC833FAA-2BAF-433F-8E5C-BE947219A7DD}" destId="{2E704958-1A77-4552-9179-294C56B76D4B}" srcOrd="1" destOrd="0" parTransId="{034740A5-790E-496C-8A7B-2613B43B696B}" sibTransId="{8FEB8A65-B9F1-47B9-A72D-107CC937C652}"/>
    <dgm:cxn modelId="{FBA45932-8BCD-4913-A171-14EDF253BD8D}" srcId="{EC833FAA-2BAF-433F-8E5C-BE947219A7DD}" destId="{75A60587-F15E-4340-87E5-4B25E60CAE18}" srcOrd="5" destOrd="0" parTransId="{AE30FED7-9B16-49C2-A3D5-FB9F1DEB9E9B}" sibTransId="{C82E14B8-6F73-4ECB-961C-0A6E9C990BC7}"/>
    <dgm:cxn modelId="{3FE9713E-2F62-496B-8664-BA5F0DF95822}" type="presOf" srcId="{2E704958-1A77-4552-9179-294C56B76D4B}" destId="{4E221318-F1B5-43B3-BCA9-9494297990A9}" srcOrd="0" destOrd="0" presId="urn:microsoft.com/office/officeart/2008/layout/LinedList"/>
    <dgm:cxn modelId="{43FA035D-C584-4BD7-A99B-FC249E65537C}" type="presOf" srcId="{F6E20AE2-F4D0-4ECF-882D-E312F0675BB5}" destId="{5F34A741-9C53-4075-9F38-80CD6E6461FF}" srcOrd="0" destOrd="0" presId="urn:microsoft.com/office/officeart/2008/layout/LinedList"/>
    <dgm:cxn modelId="{36CF236A-DA87-4AE2-BF17-52F8866DFDA0}" type="presOf" srcId="{64F176E7-5579-4AB7-942C-274C00D1287D}" destId="{E4F8BA94-0321-4C14-A841-90890BCBDF58}" srcOrd="0" destOrd="0" presId="urn:microsoft.com/office/officeart/2008/layout/LinedList"/>
    <dgm:cxn modelId="{AEF98B6E-37E8-4ECE-91A9-5CFD974EF8A7}" type="presOf" srcId="{EC833FAA-2BAF-433F-8E5C-BE947219A7DD}" destId="{3A4E16FA-454D-4EBB-A003-B3BB42438391}" srcOrd="0" destOrd="0" presId="urn:microsoft.com/office/officeart/2008/layout/LinedList"/>
    <dgm:cxn modelId="{E347D2AF-2B60-43D8-BAC3-1033316E3BC2}" srcId="{EC833FAA-2BAF-433F-8E5C-BE947219A7DD}" destId="{81641BD2-F988-4B1A-9AC8-B4A2E2034CDD}" srcOrd="0" destOrd="0" parTransId="{A7027FC9-A56E-4F7F-A990-AD80AF36E4ED}" sibTransId="{A2B32D46-BA10-4738-8E61-4BB5BA629533}"/>
    <dgm:cxn modelId="{3A8C6FBD-9166-44A5-A96B-CE4AC2BC414F}" srcId="{EC833FAA-2BAF-433F-8E5C-BE947219A7DD}" destId="{64F176E7-5579-4AB7-942C-274C00D1287D}" srcOrd="2" destOrd="0" parTransId="{25D6262D-F519-49A8-B893-22271CA6037A}" sibTransId="{43C048DE-C9B6-4401-B1B3-1999C610460A}"/>
    <dgm:cxn modelId="{E833EECD-D094-4004-AEC7-A764938D2DAA}" srcId="{EC833FAA-2BAF-433F-8E5C-BE947219A7DD}" destId="{E8053710-C5DA-4E1A-93EC-C771DB6F79EC}" srcOrd="3" destOrd="0" parTransId="{42377D75-ADF8-43B3-AB3B-83DFB3A20BF2}" sibTransId="{83C2184B-9E7B-41C8-9139-17CBED4C01F4}"/>
    <dgm:cxn modelId="{222A50CE-9C2A-4527-A9BD-E206CE9D3755}" srcId="{EC833FAA-2BAF-433F-8E5C-BE947219A7DD}" destId="{F6E20AE2-F4D0-4ECF-882D-E312F0675BB5}" srcOrd="4" destOrd="0" parTransId="{11139F51-E15B-48A2-A19C-25D5208E80F7}" sibTransId="{8A675327-A7CB-43DB-8C83-7854E2AABACF}"/>
    <dgm:cxn modelId="{9FA6FFDF-51BF-4FC5-9B9E-820ADF9EF67D}" type="presOf" srcId="{81641BD2-F988-4B1A-9AC8-B4A2E2034CDD}" destId="{4781B275-6745-4D11-AA72-7DC1CFF94828}" srcOrd="0" destOrd="0" presId="urn:microsoft.com/office/officeart/2008/layout/LinedList"/>
    <dgm:cxn modelId="{2A55F116-7317-426E-B731-FE36687C8125}" type="presParOf" srcId="{3A4E16FA-454D-4EBB-A003-B3BB42438391}" destId="{5662F0FF-CFE7-48D2-9506-02689C2A0737}" srcOrd="0" destOrd="0" presId="urn:microsoft.com/office/officeart/2008/layout/LinedList"/>
    <dgm:cxn modelId="{6D365F2E-CEDD-4C40-AFD5-529BF1FC4AE3}" type="presParOf" srcId="{3A4E16FA-454D-4EBB-A003-B3BB42438391}" destId="{0F2F64E3-E57D-45B3-8D44-BFB89642CED1}" srcOrd="1" destOrd="0" presId="urn:microsoft.com/office/officeart/2008/layout/LinedList"/>
    <dgm:cxn modelId="{44E8FAF5-1C0E-4426-ABA8-B277376F3D60}" type="presParOf" srcId="{0F2F64E3-E57D-45B3-8D44-BFB89642CED1}" destId="{4781B275-6745-4D11-AA72-7DC1CFF94828}" srcOrd="0" destOrd="0" presId="urn:microsoft.com/office/officeart/2008/layout/LinedList"/>
    <dgm:cxn modelId="{8F946E2C-77D4-4E61-BBE0-217AD30734C8}" type="presParOf" srcId="{0F2F64E3-E57D-45B3-8D44-BFB89642CED1}" destId="{8689BC51-1135-4DF1-A457-06565CF1A077}" srcOrd="1" destOrd="0" presId="urn:microsoft.com/office/officeart/2008/layout/LinedList"/>
    <dgm:cxn modelId="{015804AF-5A09-4D36-A663-8364CE8A1C8E}" type="presParOf" srcId="{3A4E16FA-454D-4EBB-A003-B3BB42438391}" destId="{952F4D65-6210-401E-AE50-20CECA6725EE}" srcOrd="2" destOrd="0" presId="urn:microsoft.com/office/officeart/2008/layout/LinedList"/>
    <dgm:cxn modelId="{C2C8463E-0FCA-406B-A2C5-6185F7756D54}" type="presParOf" srcId="{3A4E16FA-454D-4EBB-A003-B3BB42438391}" destId="{673ED763-A68E-46E1-AA0E-8A68A5FE95AA}" srcOrd="3" destOrd="0" presId="urn:microsoft.com/office/officeart/2008/layout/LinedList"/>
    <dgm:cxn modelId="{5DFE3DB1-CC08-4E94-BFAF-412700069B43}" type="presParOf" srcId="{673ED763-A68E-46E1-AA0E-8A68A5FE95AA}" destId="{4E221318-F1B5-43B3-BCA9-9494297990A9}" srcOrd="0" destOrd="0" presId="urn:microsoft.com/office/officeart/2008/layout/LinedList"/>
    <dgm:cxn modelId="{E978D9E5-5FD9-4B54-A26F-2CF071ADBC7C}" type="presParOf" srcId="{673ED763-A68E-46E1-AA0E-8A68A5FE95AA}" destId="{5C15D472-453C-4F62-A487-EF935792779D}" srcOrd="1" destOrd="0" presId="urn:microsoft.com/office/officeart/2008/layout/LinedList"/>
    <dgm:cxn modelId="{A82D93CD-9231-4DDC-8B2B-80DD0B1AEB13}" type="presParOf" srcId="{3A4E16FA-454D-4EBB-A003-B3BB42438391}" destId="{71689822-5584-4147-B4C1-5BC622A91D3F}" srcOrd="4" destOrd="0" presId="urn:microsoft.com/office/officeart/2008/layout/LinedList"/>
    <dgm:cxn modelId="{4514C7D8-D2AD-40CF-BA2B-5EF345DB4082}" type="presParOf" srcId="{3A4E16FA-454D-4EBB-A003-B3BB42438391}" destId="{D2184531-DF04-4DB0-8A4D-7CF6417E2ADF}" srcOrd="5" destOrd="0" presId="urn:microsoft.com/office/officeart/2008/layout/LinedList"/>
    <dgm:cxn modelId="{C499FFE3-4C51-490B-8B3B-47D1B331D8B6}" type="presParOf" srcId="{D2184531-DF04-4DB0-8A4D-7CF6417E2ADF}" destId="{E4F8BA94-0321-4C14-A841-90890BCBDF58}" srcOrd="0" destOrd="0" presId="urn:microsoft.com/office/officeart/2008/layout/LinedList"/>
    <dgm:cxn modelId="{17E40931-0D6A-4632-9AB6-5EC08A452351}" type="presParOf" srcId="{D2184531-DF04-4DB0-8A4D-7CF6417E2ADF}" destId="{F5587098-B376-4A58-B868-C391CDB89CFC}" srcOrd="1" destOrd="0" presId="urn:microsoft.com/office/officeart/2008/layout/LinedList"/>
    <dgm:cxn modelId="{C7D61C97-AC43-421F-8172-8D2ACB0C81F0}" type="presParOf" srcId="{3A4E16FA-454D-4EBB-A003-B3BB42438391}" destId="{F5264721-A90E-4DDB-ADF6-1F541AF408E8}" srcOrd="6" destOrd="0" presId="urn:microsoft.com/office/officeart/2008/layout/LinedList"/>
    <dgm:cxn modelId="{AEA8BB17-FF13-4A9B-B2C6-CDF7473D808C}" type="presParOf" srcId="{3A4E16FA-454D-4EBB-A003-B3BB42438391}" destId="{A38094F2-D6A0-467C-89FA-FE3148EF9D9B}" srcOrd="7" destOrd="0" presId="urn:microsoft.com/office/officeart/2008/layout/LinedList"/>
    <dgm:cxn modelId="{59A44A5C-AF74-4763-88F1-9C78F82CD369}" type="presParOf" srcId="{A38094F2-D6A0-467C-89FA-FE3148EF9D9B}" destId="{E43DC9A9-57A5-47C7-9133-F97F86E36A6E}" srcOrd="0" destOrd="0" presId="urn:microsoft.com/office/officeart/2008/layout/LinedList"/>
    <dgm:cxn modelId="{36F9D158-639A-480F-A0AD-563F9EBA9D04}" type="presParOf" srcId="{A38094F2-D6A0-467C-89FA-FE3148EF9D9B}" destId="{9EF29F43-7656-4257-9E90-3A37993A694D}" srcOrd="1" destOrd="0" presId="urn:microsoft.com/office/officeart/2008/layout/LinedList"/>
    <dgm:cxn modelId="{40EB5EF2-2AEE-4C04-9358-B21F7B336F7A}" type="presParOf" srcId="{3A4E16FA-454D-4EBB-A003-B3BB42438391}" destId="{F3B4F5BD-28F4-42CB-B288-BB7E13901394}" srcOrd="8" destOrd="0" presId="urn:microsoft.com/office/officeart/2008/layout/LinedList"/>
    <dgm:cxn modelId="{4F6CE97D-3176-4ACC-B463-8CD2C2081022}" type="presParOf" srcId="{3A4E16FA-454D-4EBB-A003-B3BB42438391}" destId="{EF93E6FC-9F73-4004-A233-C5D1F6EDCB2E}" srcOrd="9" destOrd="0" presId="urn:microsoft.com/office/officeart/2008/layout/LinedList"/>
    <dgm:cxn modelId="{381792D3-773B-4375-8464-A6724982E985}" type="presParOf" srcId="{EF93E6FC-9F73-4004-A233-C5D1F6EDCB2E}" destId="{5F34A741-9C53-4075-9F38-80CD6E6461FF}" srcOrd="0" destOrd="0" presId="urn:microsoft.com/office/officeart/2008/layout/LinedList"/>
    <dgm:cxn modelId="{00DAB382-69AC-41A0-98F4-EE3CA181C9CB}" type="presParOf" srcId="{EF93E6FC-9F73-4004-A233-C5D1F6EDCB2E}" destId="{E4E011BB-3B18-40C5-9232-7238C227962D}" srcOrd="1" destOrd="0" presId="urn:microsoft.com/office/officeart/2008/layout/LinedList"/>
    <dgm:cxn modelId="{F6E95909-A73C-4984-9D30-B6A557698A7C}" type="presParOf" srcId="{3A4E16FA-454D-4EBB-A003-B3BB42438391}" destId="{86404FBF-D023-4C22-A283-48EE028AB5CE}" srcOrd="10" destOrd="0" presId="urn:microsoft.com/office/officeart/2008/layout/LinedList"/>
    <dgm:cxn modelId="{80C7D05A-1924-48F1-A085-B4409BE635EF}" type="presParOf" srcId="{3A4E16FA-454D-4EBB-A003-B3BB42438391}" destId="{DFE0B80E-0C80-4F7C-B79C-08223048F3C1}" srcOrd="11" destOrd="0" presId="urn:microsoft.com/office/officeart/2008/layout/LinedList"/>
    <dgm:cxn modelId="{77686D63-2583-4FAB-8DCE-638ECD24D600}" type="presParOf" srcId="{DFE0B80E-0C80-4F7C-B79C-08223048F3C1}" destId="{BED31AA2-0575-4663-8081-7F726181C692}" srcOrd="0" destOrd="0" presId="urn:microsoft.com/office/officeart/2008/layout/LinedList"/>
    <dgm:cxn modelId="{979B041E-987F-41E1-B137-C43009AC2434}" type="presParOf" srcId="{DFE0B80E-0C80-4F7C-B79C-08223048F3C1}" destId="{566193EE-9854-40B5-A5F5-3DBE13C557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A5B42F-BCFD-47C8-ABA1-FE586E10F3EE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B9B56C3-7A76-4327-9279-85B0011D17B1}">
      <dgm:prSet/>
      <dgm:spPr/>
      <dgm:t>
        <a:bodyPr/>
        <a:lstStyle/>
        <a:p>
          <a:r>
            <a:rPr lang="en-US" dirty="0" err="1"/>
            <a:t>Các</a:t>
          </a:r>
          <a:r>
            <a:rPr lang="en-US" dirty="0"/>
            <a:t> tr</a:t>
          </a:r>
          <a:r>
            <a:rPr lang="vi-VN" dirty="0"/>
            <a:t>ư</a:t>
          </a:r>
          <a:r>
            <a:rPr lang="en-US" dirty="0" err="1"/>
            <a:t>ờng</a:t>
          </a:r>
          <a:r>
            <a:rPr lang="en-US" dirty="0"/>
            <a:t> </a:t>
          </a:r>
          <a:r>
            <a:rPr lang="en-US" dirty="0" err="1"/>
            <a:t>hợp</a:t>
          </a:r>
          <a:r>
            <a:rPr lang="en-US" dirty="0"/>
            <a:t> </a:t>
          </a:r>
          <a:r>
            <a:rPr lang="en-US" dirty="0" err="1"/>
            <a:t>có</a:t>
          </a:r>
          <a:r>
            <a:rPr lang="en-US" dirty="0"/>
            <a:t> </a:t>
          </a:r>
          <a:r>
            <a:rPr lang="en-US" dirty="0" err="1"/>
            <a:t>thể</a:t>
          </a:r>
          <a:r>
            <a:rPr lang="en-US" dirty="0"/>
            <a:t> </a:t>
          </a:r>
          <a:r>
            <a:rPr lang="en-US" dirty="0" err="1"/>
            <a:t>xảy</a:t>
          </a:r>
          <a:r>
            <a:rPr lang="en-US" dirty="0"/>
            <a:t> ra </a:t>
          </a:r>
          <a:r>
            <a:rPr lang="en-US" dirty="0" err="1"/>
            <a:t>với</a:t>
          </a:r>
          <a:r>
            <a:rPr lang="en-US" dirty="0"/>
            <a:t> try-catch </a:t>
          </a:r>
          <a:r>
            <a:rPr lang="en-US" dirty="0" err="1"/>
            <a:t>hoặc</a:t>
          </a:r>
          <a:r>
            <a:rPr lang="en-US" dirty="0"/>
            <a:t> try-catch-finally</a:t>
          </a:r>
        </a:p>
      </dgm:t>
    </dgm:pt>
    <dgm:pt modelId="{C4454462-E614-4AFF-9CC7-C1430816A123}" type="parTrans" cxnId="{E53DFBE5-E5F8-4852-8415-83075FC4232E}">
      <dgm:prSet/>
      <dgm:spPr/>
      <dgm:t>
        <a:bodyPr/>
        <a:lstStyle/>
        <a:p>
          <a:endParaRPr lang="en-US"/>
        </a:p>
      </dgm:t>
    </dgm:pt>
    <dgm:pt modelId="{1C3F0FFB-5F14-405D-93CE-AA73F6E91324}" type="sibTrans" cxnId="{E53DFBE5-E5F8-4852-8415-83075FC4232E}">
      <dgm:prSet/>
      <dgm:spPr/>
      <dgm:t>
        <a:bodyPr/>
        <a:lstStyle/>
        <a:p>
          <a:endParaRPr lang="en-US"/>
        </a:p>
      </dgm:t>
    </dgm:pt>
    <dgm:pt modelId="{9DAB881A-D083-40E5-B8A7-3BE2DBF198CC}">
      <dgm:prSet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Ngoại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lệ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xảy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ra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try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đ</a:t>
          </a:r>
          <a:r>
            <a:rPr lang="vi-VN" dirty="0">
              <a:latin typeface="Times New Roman" panose="02020603050405020304" pitchFamily="18" charset="0"/>
              <a:cs typeface="Times New Roman" panose="02020603050405020304" pitchFamily="18" charset="0"/>
            </a:rPr>
            <a:t>ư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ợc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xử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catch</a:t>
          </a:r>
        </a:p>
      </dgm:t>
    </dgm:pt>
    <dgm:pt modelId="{8A471421-4D07-4211-A2C1-02E315F108A4}" type="parTrans" cxnId="{74C5A922-C3D1-4D35-AC5B-48AE793DBE93}">
      <dgm:prSet/>
      <dgm:spPr/>
      <dgm:t>
        <a:bodyPr/>
        <a:lstStyle/>
        <a:p>
          <a:endParaRPr lang="en-US"/>
        </a:p>
      </dgm:t>
    </dgm:pt>
    <dgm:pt modelId="{3B65680D-8692-417F-9878-549A53F87DA3}" type="sibTrans" cxnId="{74C5A922-C3D1-4D35-AC5B-48AE793DBE93}">
      <dgm:prSet/>
      <dgm:spPr/>
      <dgm:t>
        <a:bodyPr/>
        <a:lstStyle/>
        <a:p>
          <a:endParaRPr lang="en-US"/>
        </a:p>
      </dgm:t>
    </dgm:pt>
    <dgm:pt modelId="{6B6865F9-FAB9-49FB-AB79-6E1CF3C07AA5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Ngoại lệ xảy ra trong try nh</a:t>
          </a:r>
          <a:r>
            <a:rPr lang="vi-VN">
              <a:latin typeface="Times New Roman" panose="02020603050405020304" pitchFamily="18" charset="0"/>
              <a:cs typeface="Times New Roman" panose="02020603050405020304" pitchFamily="18" charset="0"/>
            </a:rPr>
            <a:t>ư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ng không đ</a:t>
          </a:r>
          <a:r>
            <a:rPr lang="vi-VN">
              <a:latin typeface="Times New Roman" panose="02020603050405020304" pitchFamily="18" charset="0"/>
              <a:cs typeface="Times New Roman" panose="02020603050405020304" pitchFamily="18" charset="0"/>
            </a:rPr>
            <a:t>ư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ợc xử lý trong khổi catch</a:t>
          </a:r>
        </a:p>
      </dgm:t>
    </dgm:pt>
    <dgm:pt modelId="{5149E45A-6E71-448F-A0A9-1CDF1496BC5F}" type="parTrans" cxnId="{14A68B76-C764-4BA9-8302-88B842AA5A66}">
      <dgm:prSet/>
      <dgm:spPr/>
      <dgm:t>
        <a:bodyPr/>
        <a:lstStyle/>
        <a:p>
          <a:endParaRPr lang="en-US"/>
        </a:p>
      </dgm:t>
    </dgm:pt>
    <dgm:pt modelId="{AC074E45-71B9-4DBE-B103-A17681441D7E}" type="sibTrans" cxnId="{14A68B76-C764-4BA9-8302-88B842AA5A66}">
      <dgm:prSet/>
      <dgm:spPr/>
      <dgm:t>
        <a:bodyPr/>
        <a:lstStyle/>
        <a:p>
          <a:endParaRPr lang="en-US"/>
        </a:p>
      </dgm:t>
    </dgm:pt>
    <dgm:pt modelId="{E0098C3E-3499-44F7-9C69-9D1E4B4A91C1}">
      <dgm:prSet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Ngoại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lệ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xảy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ra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try</a:t>
          </a:r>
        </a:p>
      </dgm:t>
    </dgm:pt>
    <dgm:pt modelId="{3FC774B2-DB46-438B-947E-817468B6E7E8}" type="parTrans" cxnId="{48DB8C2C-B771-490C-88D0-35D4EFAC1109}">
      <dgm:prSet/>
      <dgm:spPr/>
      <dgm:t>
        <a:bodyPr/>
        <a:lstStyle/>
        <a:p>
          <a:endParaRPr lang="en-US"/>
        </a:p>
      </dgm:t>
    </dgm:pt>
    <dgm:pt modelId="{12410FC3-D240-45DD-A021-5EECDE0F39D6}" type="sibTrans" cxnId="{48DB8C2C-B771-490C-88D0-35D4EFAC1109}">
      <dgm:prSet/>
      <dgm:spPr/>
      <dgm:t>
        <a:bodyPr/>
        <a:lstStyle/>
        <a:p>
          <a:endParaRPr lang="en-US"/>
        </a:p>
      </dgm:t>
    </dgm:pt>
    <dgm:pt modelId="{FF33E9F5-D43C-48FC-9D71-DB7B153BB575}">
      <dgm:prSet/>
      <dgm:spPr/>
      <dgm:t>
        <a:bodyPr/>
        <a:lstStyle/>
        <a:p>
          <a:r>
            <a:rPr lang="en-US" dirty="0" err="1"/>
            <a:t>Các</a:t>
          </a:r>
          <a:r>
            <a:rPr lang="en-US" dirty="0"/>
            <a:t> tr</a:t>
          </a:r>
          <a:r>
            <a:rPr lang="vi-VN" dirty="0"/>
            <a:t>ư</a:t>
          </a:r>
          <a:r>
            <a:rPr lang="en-US" dirty="0" err="1"/>
            <a:t>ờng</a:t>
          </a:r>
          <a:r>
            <a:rPr lang="en-US" dirty="0"/>
            <a:t> </a:t>
          </a:r>
          <a:r>
            <a:rPr lang="en-US" dirty="0" err="1"/>
            <a:t>hợp</a:t>
          </a:r>
          <a:r>
            <a:rPr lang="en-US" dirty="0"/>
            <a:t> </a:t>
          </a:r>
          <a:r>
            <a:rPr lang="en-US" dirty="0" err="1"/>
            <a:t>có</a:t>
          </a:r>
          <a:r>
            <a:rPr lang="en-US" dirty="0"/>
            <a:t> </a:t>
          </a:r>
          <a:r>
            <a:rPr lang="en-US" dirty="0" err="1"/>
            <a:t>thể</a:t>
          </a:r>
          <a:r>
            <a:rPr lang="en-US" dirty="0"/>
            <a:t> </a:t>
          </a:r>
          <a:r>
            <a:rPr lang="en-US" dirty="0" err="1"/>
            <a:t>xảy</a:t>
          </a:r>
          <a:r>
            <a:rPr lang="en-US" dirty="0"/>
            <a:t> ra </a:t>
          </a:r>
          <a:r>
            <a:rPr lang="en-US" dirty="0" err="1"/>
            <a:t>với</a:t>
          </a:r>
          <a:r>
            <a:rPr lang="en-US" dirty="0"/>
            <a:t> try-finally</a:t>
          </a:r>
        </a:p>
      </dgm:t>
    </dgm:pt>
    <dgm:pt modelId="{F8D297AB-E42F-43F9-9C21-3D63B967D522}" type="parTrans" cxnId="{9721AFCF-5FDD-4264-AF8A-DE89704F7384}">
      <dgm:prSet/>
      <dgm:spPr/>
      <dgm:t>
        <a:bodyPr/>
        <a:lstStyle/>
        <a:p>
          <a:endParaRPr lang="en-US"/>
        </a:p>
      </dgm:t>
    </dgm:pt>
    <dgm:pt modelId="{52C47F39-D332-45BF-833C-B6A56C3FCE6C}" type="sibTrans" cxnId="{9721AFCF-5FDD-4264-AF8A-DE89704F7384}">
      <dgm:prSet/>
      <dgm:spPr/>
      <dgm:t>
        <a:bodyPr/>
        <a:lstStyle/>
        <a:p>
          <a:endParaRPr lang="en-US"/>
        </a:p>
      </dgm:t>
    </dgm:pt>
    <dgm:pt modelId="{74C2CE87-FD36-48F7-BD18-68A98526CCF7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Ngoại lệ xảy ra trong try</a:t>
          </a:r>
        </a:p>
      </dgm:t>
    </dgm:pt>
    <dgm:pt modelId="{BD100A5A-C06A-4045-8921-1F4F9718F899}" type="parTrans" cxnId="{0462258D-597D-47A0-AE99-D9A617F48E7C}">
      <dgm:prSet/>
      <dgm:spPr/>
      <dgm:t>
        <a:bodyPr/>
        <a:lstStyle/>
        <a:p>
          <a:endParaRPr lang="en-US"/>
        </a:p>
      </dgm:t>
    </dgm:pt>
    <dgm:pt modelId="{99299F79-B4FC-4763-9E83-824A0D640588}" type="sibTrans" cxnId="{0462258D-597D-47A0-AE99-D9A617F48E7C}">
      <dgm:prSet/>
      <dgm:spPr/>
      <dgm:t>
        <a:bodyPr/>
        <a:lstStyle/>
        <a:p>
          <a:endParaRPr lang="en-US"/>
        </a:p>
      </dgm:t>
    </dgm:pt>
    <dgm:pt modelId="{A8D53F3C-8E72-43CF-B4CE-678E7B4F425A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Ngoại lệ xảy ra ngoài try</a:t>
          </a:r>
        </a:p>
      </dgm:t>
    </dgm:pt>
    <dgm:pt modelId="{F8EB7BBA-EE50-4FE8-9A15-B881ACD84752}" type="parTrans" cxnId="{FB495E90-D489-4B39-BE27-ACAEBB2DE3DC}">
      <dgm:prSet/>
      <dgm:spPr/>
      <dgm:t>
        <a:bodyPr/>
        <a:lstStyle/>
        <a:p>
          <a:endParaRPr lang="en-US"/>
        </a:p>
      </dgm:t>
    </dgm:pt>
    <dgm:pt modelId="{C9293952-9F06-459F-B400-4A57B457BB78}" type="sibTrans" cxnId="{FB495E90-D489-4B39-BE27-ACAEBB2DE3DC}">
      <dgm:prSet/>
      <dgm:spPr/>
      <dgm:t>
        <a:bodyPr/>
        <a:lstStyle/>
        <a:p>
          <a:endParaRPr lang="en-US"/>
        </a:p>
      </dgm:t>
    </dgm:pt>
    <dgm:pt modelId="{8DD00F73-5583-4F61-865C-9FD100628105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(1 khối try có thể có nhiều khối catch)</a:t>
          </a:r>
        </a:p>
      </dgm:t>
    </dgm:pt>
    <dgm:pt modelId="{D9A96D7E-26DF-42A8-BC5B-7EC142F04ABB}" type="parTrans" cxnId="{716D3B0F-3211-4C3A-ADA1-9A17E7C1B264}">
      <dgm:prSet/>
      <dgm:spPr/>
      <dgm:t>
        <a:bodyPr/>
        <a:lstStyle/>
        <a:p>
          <a:endParaRPr lang="en-US"/>
        </a:p>
      </dgm:t>
    </dgm:pt>
    <dgm:pt modelId="{9B3A0CA1-B789-442F-A81A-8516AF81D6E7}" type="sibTrans" cxnId="{716D3B0F-3211-4C3A-ADA1-9A17E7C1B264}">
      <dgm:prSet/>
      <dgm:spPr/>
      <dgm:t>
        <a:bodyPr/>
        <a:lstStyle/>
        <a:p>
          <a:endParaRPr lang="en-US"/>
        </a:p>
      </dgm:t>
    </dgm:pt>
    <dgm:pt modelId="{6E719B1E-63C3-4319-A3B0-ABC28469F8E6}" type="pres">
      <dgm:prSet presAssocID="{19A5B42F-BCFD-47C8-ABA1-FE586E10F3EE}" presName="Name0" presStyleCnt="0">
        <dgm:presLayoutVars>
          <dgm:dir/>
          <dgm:animLvl val="lvl"/>
          <dgm:resizeHandles val="exact"/>
        </dgm:presLayoutVars>
      </dgm:prSet>
      <dgm:spPr/>
    </dgm:pt>
    <dgm:pt modelId="{2245391C-544A-4D62-8B74-9FEF4BB8AB48}" type="pres">
      <dgm:prSet presAssocID="{7B9B56C3-7A76-4327-9279-85B0011D17B1}" presName="composite" presStyleCnt="0"/>
      <dgm:spPr/>
    </dgm:pt>
    <dgm:pt modelId="{0DCEE04A-6657-47B4-B28F-F5B74A2C9AF2}" type="pres">
      <dgm:prSet presAssocID="{7B9B56C3-7A76-4327-9279-85B0011D17B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D0D503E-411B-475F-9407-CD2612D538DB}" type="pres">
      <dgm:prSet presAssocID="{7B9B56C3-7A76-4327-9279-85B0011D17B1}" presName="desTx" presStyleLbl="alignAccFollowNode1" presStyleIdx="0" presStyleCnt="2">
        <dgm:presLayoutVars>
          <dgm:bulletEnabled val="1"/>
        </dgm:presLayoutVars>
      </dgm:prSet>
      <dgm:spPr/>
    </dgm:pt>
    <dgm:pt modelId="{3B5B4278-1B02-4674-A6C4-A432DF46F26E}" type="pres">
      <dgm:prSet presAssocID="{1C3F0FFB-5F14-405D-93CE-AA73F6E91324}" presName="space" presStyleCnt="0"/>
      <dgm:spPr/>
    </dgm:pt>
    <dgm:pt modelId="{EBD2BA55-56B8-4CA9-A7DC-EE3D6221F4C9}" type="pres">
      <dgm:prSet presAssocID="{FF33E9F5-D43C-48FC-9D71-DB7B153BB575}" presName="composite" presStyleCnt="0"/>
      <dgm:spPr/>
    </dgm:pt>
    <dgm:pt modelId="{2F83822B-4FEC-4451-9E3C-936EB03A2B9D}" type="pres">
      <dgm:prSet presAssocID="{FF33E9F5-D43C-48FC-9D71-DB7B153BB57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54CF78D-2246-4443-8AE0-65B4BC727895}" type="pres">
      <dgm:prSet presAssocID="{FF33E9F5-D43C-48FC-9D71-DB7B153BB57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716D3B0F-3211-4C3A-ADA1-9A17E7C1B264}" srcId="{FF33E9F5-D43C-48FC-9D71-DB7B153BB575}" destId="{8DD00F73-5583-4F61-865C-9FD100628105}" srcOrd="2" destOrd="0" parTransId="{D9A96D7E-26DF-42A8-BC5B-7EC142F04ABB}" sibTransId="{9B3A0CA1-B789-442F-A81A-8516AF81D6E7}"/>
    <dgm:cxn modelId="{74C5A922-C3D1-4D35-AC5B-48AE793DBE93}" srcId="{7B9B56C3-7A76-4327-9279-85B0011D17B1}" destId="{9DAB881A-D083-40E5-B8A7-3BE2DBF198CC}" srcOrd="0" destOrd="0" parTransId="{8A471421-4D07-4211-A2C1-02E315F108A4}" sibTransId="{3B65680D-8692-417F-9878-549A53F87DA3}"/>
    <dgm:cxn modelId="{5E2A4A25-BB5F-4B2E-B80E-D6ADFEED89A9}" type="presOf" srcId="{FF33E9F5-D43C-48FC-9D71-DB7B153BB575}" destId="{2F83822B-4FEC-4451-9E3C-936EB03A2B9D}" srcOrd="0" destOrd="0" presId="urn:microsoft.com/office/officeart/2005/8/layout/hList1"/>
    <dgm:cxn modelId="{9F987329-9D3F-4764-8CA6-EEE8BF559A74}" type="presOf" srcId="{74C2CE87-FD36-48F7-BD18-68A98526CCF7}" destId="{354CF78D-2246-4443-8AE0-65B4BC727895}" srcOrd="0" destOrd="0" presId="urn:microsoft.com/office/officeart/2005/8/layout/hList1"/>
    <dgm:cxn modelId="{48DB8C2C-B771-490C-88D0-35D4EFAC1109}" srcId="{7B9B56C3-7A76-4327-9279-85B0011D17B1}" destId="{E0098C3E-3499-44F7-9C69-9D1E4B4A91C1}" srcOrd="2" destOrd="0" parTransId="{3FC774B2-DB46-438B-947E-817468B6E7E8}" sibTransId="{12410FC3-D240-45DD-A021-5EECDE0F39D6}"/>
    <dgm:cxn modelId="{14A68B76-C764-4BA9-8302-88B842AA5A66}" srcId="{7B9B56C3-7A76-4327-9279-85B0011D17B1}" destId="{6B6865F9-FAB9-49FB-AB79-6E1CF3C07AA5}" srcOrd="1" destOrd="0" parTransId="{5149E45A-6E71-448F-A0A9-1CDF1496BC5F}" sibTransId="{AC074E45-71B9-4DBE-B103-A17681441D7E}"/>
    <dgm:cxn modelId="{DD55718B-DA87-422E-99BA-A0BC024E74AB}" type="presOf" srcId="{E0098C3E-3499-44F7-9C69-9D1E4B4A91C1}" destId="{0D0D503E-411B-475F-9407-CD2612D538DB}" srcOrd="0" destOrd="2" presId="urn:microsoft.com/office/officeart/2005/8/layout/hList1"/>
    <dgm:cxn modelId="{0462258D-597D-47A0-AE99-D9A617F48E7C}" srcId="{FF33E9F5-D43C-48FC-9D71-DB7B153BB575}" destId="{74C2CE87-FD36-48F7-BD18-68A98526CCF7}" srcOrd="0" destOrd="0" parTransId="{BD100A5A-C06A-4045-8921-1F4F9718F899}" sibTransId="{99299F79-B4FC-4763-9E83-824A0D640588}"/>
    <dgm:cxn modelId="{FB495E90-D489-4B39-BE27-ACAEBB2DE3DC}" srcId="{FF33E9F5-D43C-48FC-9D71-DB7B153BB575}" destId="{A8D53F3C-8E72-43CF-B4CE-678E7B4F425A}" srcOrd="1" destOrd="0" parTransId="{F8EB7BBA-EE50-4FE8-9A15-B881ACD84752}" sibTransId="{C9293952-9F06-459F-B400-4A57B457BB78}"/>
    <dgm:cxn modelId="{7B0D1E91-B51E-4985-B90A-C22F6AF2A6BD}" type="presOf" srcId="{9DAB881A-D083-40E5-B8A7-3BE2DBF198CC}" destId="{0D0D503E-411B-475F-9407-CD2612D538DB}" srcOrd="0" destOrd="0" presId="urn:microsoft.com/office/officeart/2005/8/layout/hList1"/>
    <dgm:cxn modelId="{54728FA1-3B53-49DA-8C06-0FE1BF989266}" type="presOf" srcId="{A8D53F3C-8E72-43CF-B4CE-678E7B4F425A}" destId="{354CF78D-2246-4443-8AE0-65B4BC727895}" srcOrd="0" destOrd="1" presId="urn:microsoft.com/office/officeart/2005/8/layout/hList1"/>
    <dgm:cxn modelId="{B7C68DAC-BE1D-4872-9515-0E9FD5E0CEC0}" type="presOf" srcId="{6B6865F9-FAB9-49FB-AB79-6E1CF3C07AA5}" destId="{0D0D503E-411B-475F-9407-CD2612D538DB}" srcOrd="0" destOrd="1" presId="urn:microsoft.com/office/officeart/2005/8/layout/hList1"/>
    <dgm:cxn modelId="{11C3CFC6-27E0-4583-A3C3-5E2A475A99F5}" type="presOf" srcId="{8DD00F73-5583-4F61-865C-9FD100628105}" destId="{354CF78D-2246-4443-8AE0-65B4BC727895}" srcOrd="0" destOrd="2" presId="urn:microsoft.com/office/officeart/2005/8/layout/hList1"/>
    <dgm:cxn modelId="{9721AFCF-5FDD-4264-AF8A-DE89704F7384}" srcId="{19A5B42F-BCFD-47C8-ABA1-FE586E10F3EE}" destId="{FF33E9F5-D43C-48FC-9D71-DB7B153BB575}" srcOrd="1" destOrd="0" parTransId="{F8D297AB-E42F-43F9-9C21-3D63B967D522}" sibTransId="{52C47F39-D332-45BF-833C-B6A56C3FCE6C}"/>
    <dgm:cxn modelId="{E53DFBE5-E5F8-4852-8415-83075FC4232E}" srcId="{19A5B42F-BCFD-47C8-ABA1-FE586E10F3EE}" destId="{7B9B56C3-7A76-4327-9279-85B0011D17B1}" srcOrd="0" destOrd="0" parTransId="{C4454462-E614-4AFF-9CC7-C1430816A123}" sibTransId="{1C3F0FFB-5F14-405D-93CE-AA73F6E91324}"/>
    <dgm:cxn modelId="{771C2CFB-0696-448A-ADB8-3D9F7A4312BF}" type="presOf" srcId="{19A5B42F-BCFD-47C8-ABA1-FE586E10F3EE}" destId="{6E719B1E-63C3-4319-A3B0-ABC28469F8E6}" srcOrd="0" destOrd="0" presId="urn:microsoft.com/office/officeart/2005/8/layout/hList1"/>
    <dgm:cxn modelId="{4DD041FB-5B74-4FDF-9DB1-BF5171B84498}" type="presOf" srcId="{7B9B56C3-7A76-4327-9279-85B0011D17B1}" destId="{0DCEE04A-6657-47B4-B28F-F5B74A2C9AF2}" srcOrd="0" destOrd="0" presId="urn:microsoft.com/office/officeart/2005/8/layout/hList1"/>
    <dgm:cxn modelId="{2A6EA1D3-33D9-4E41-9D02-D9BD270BFAF4}" type="presParOf" srcId="{6E719B1E-63C3-4319-A3B0-ABC28469F8E6}" destId="{2245391C-544A-4D62-8B74-9FEF4BB8AB48}" srcOrd="0" destOrd="0" presId="urn:microsoft.com/office/officeart/2005/8/layout/hList1"/>
    <dgm:cxn modelId="{E372BA63-7B2C-414C-A92A-8471C4CF9DD7}" type="presParOf" srcId="{2245391C-544A-4D62-8B74-9FEF4BB8AB48}" destId="{0DCEE04A-6657-47B4-B28F-F5B74A2C9AF2}" srcOrd="0" destOrd="0" presId="urn:microsoft.com/office/officeart/2005/8/layout/hList1"/>
    <dgm:cxn modelId="{B05C300B-A36C-4360-AA15-F16AB33EDAB3}" type="presParOf" srcId="{2245391C-544A-4D62-8B74-9FEF4BB8AB48}" destId="{0D0D503E-411B-475F-9407-CD2612D538DB}" srcOrd="1" destOrd="0" presId="urn:microsoft.com/office/officeart/2005/8/layout/hList1"/>
    <dgm:cxn modelId="{9F3D1C40-4E31-4B67-B908-D8863E4E7A9D}" type="presParOf" srcId="{6E719B1E-63C3-4319-A3B0-ABC28469F8E6}" destId="{3B5B4278-1B02-4674-A6C4-A432DF46F26E}" srcOrd="1" destOrd="0" presId="urn:microsoft.com/office/officeart/2005/8/layout/hList1"/>
    <dgm:cxn modelId="{37BFE897-84C4-4E43-BC23-3E659872AE46}" type="presParOf" srcId="{6E719B1E-63C3-4319-A3B0-ABC28469F8E6}" destId="{EBD2BA55-56B8-4CA9-A7DC-EE3D6221F4C9}" srcOrd="2" destOrd="0" presId="urn:microsoft.com/office/officeart/2005/8/layout/hList1"/>
    <dgm:cxn modelId="{DCBDC8C0-680D-4B71-BBC0-E10DE0627CC4}" type="presParOf" srcId="{EBD2BA55-56B8-4CA9-A7DC-EE3D6221F4C9}" destId="{2F83822B-4FEC-4451-9E3C-936EB03A2B9D}" srcOrd="0" destOrd="0" presId="urn:microsoft.com/office/officeart/2005/8/layout/hList1"/>
    <dgm:cxn modelId="{FA0F998E-122A-4954-A1CF-2A0F6635C946}" type="presParOf" srcId="{EBD2BA55-56B8-4CA9-A7DC-EE3D6221F4C9}" destId="{354CF78D-2246-4443-8AE0-65B4BC72789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62F0FF-CFE7-48D2-9506-02689C2A0737}">
      <dsp:nvSpPr>
        <dsp:cNvPr id="0" name=""/>
        <dsp:cNvSpPr/>
      </dsp:nvSpPr>
      <dsp:spPr>
        <a:xfrm>
          <a:off x="0" y="2292"/>
          <a:ext cx="600392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81B275-6745-4D11-AA72-7DC1CFF94828}">
      <dsp:nvSpPr>
        <dsp:cNvPr id="0" name=""/>
        <dsp:cNvSpPr/>
      </dsp:nvSpPr>
      <dsp:spPr>
        <a:xfrm>
          <a:off x="0" y="2292"/>
          <a:ext cx="6003925" cy="781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Sử dụng khổi try … catch</a:t>
          </a:r>
        </a:p>
      </dsp:txBody>
      <dsp:txXfrm>
        <a:off x="0" y="2292"/>
        <a:ext cx="6003925" cy="781873"/>
      </dsp:txXfrm>
    </dsp:sp>
    <dsp:sp modelId="{952F4D65-6210-401E-AE50-20CECA6725EE}">
      <dsp:nvSpPr>
        <dsp:cNvPr id="0" name=""/>
        <dsp:cNvSpPr/>
      </dsp:nvSpPr>
      <dsp:spPr>
        <a:xfrm>
          <a:off x="0" y="784166"/>
          <a:ext cx="600392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221318-F1B5-43B3-BCA9-9494297990A9}">
      <dsp:nvSpPr>
        <dsp:cNvPr id="0" name=""/>
        <dsp:cNvSpPr/>
      </dsp:nvSpPr>
      <dsp:spPr>
        <a:xfrm>
          <a:off x="0" y="784166"/>
          <a:ext cx="6003925" cy="781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Sử dụng multicatch để bắt nhiều ngoại lệ</a:t>
          </a:r>
        </a:p>
      </dsp:txBody>
      <dsp:txXfrm>
        <a:off x="0" y="784166"/>
        <a:ext cx="6003925" cy="781873"/>
      </dsp:txXfrm>
    </dsp:sp>
    <dsp:sp modelId="{71689822-5584-4147-B4C1-5BC622A91D3F}">
      <dsp:nvSpPr>
        <dsp:cNvPr id="0" name=""/>
        <dsp:cNvSpPr/>
      </dsp:nvSpPr>
      <dsp:spPr>
        <a:xfrm>
          <a:off x="0" y="1566039"/>
          <a:ext cx="6003925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F8BA94-0321-4C14-A841-90890BCBDF58}">
      <dsp:nvSpPr>
        <dsp:cNvPr id="0" name=""/>
        <dsp:cNvSpPr/>
      </dsp:nvSpPr>
      <dsp:spPr>
        <a:xfrm>
          <a:off x="0" y="1566039"/>
          <a:ext cx="6003925" cy="781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Sử dụng khối try … catch … finally</a:t>
          </a:r>
        </a:p>
      </dsp:txBody>
      <dsp:txXfrm>
        <a:off x="0" y="1566039"/>
        <a:ext cx="6003925" cy="781873"/>
      </dsp:txXfrm>
    </dsp:sp>
    <dsp:sp modelId="{F5264721-A90E-4DDB-ADF6-1F541AF408E8}">
      <dsp:nvSpPr>
        <dsp:cNvPr id="0" name=""/>
        <dsp:cNvSpPr/>
      </dsp:nvSpPr>
      <dsp:spPr>
        <a:xfrm>
          <a:off x="0" y="2347912"/>
          <a:ext cx="600392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3DC9A9-57A5-47C7-9133-F97F86E36A6E}">
      <dsp:nvSpPr>
        <dsp:cNvPr id="0" name=""/>
        <dsp:cNvSpPr/>
      </dsp:nvSpPr>
      <dsp:spPr>
        <a:xfrm>
          <a:off x="0" y="2347912"/>
          <a:ext cx="6003925" cy="781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Sử dụng try với resource</a:t>
          </a:r>
        </a:p>
      </dsp:txBody>
      <dsp:txXfrm>
        <a:off x="0" y="2347912"/>
        <a:ext cx="6003925" cy="781873"/>
      </dsp:txXfrm>
    </dsp:sp>
    <dsp:sp modelId="{F3B4F5BD-28F4-42CB-B288-BB7E13901394}">
      <dsp:nvSpPr>
        <dsp:cNvPr id="0" name=""/>
        <dsp:cNvSpPr/>
      </dsp:nvSpPr>
      <dsp:spPr>
        <a:xfrm>
          <a:off x="0" y="3129785"/>
          <a:ext cx="6003925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34A741-9C53-4075-9F38-80CD6E6461FF}">
      <dsp:nvSpPr>
        <dsp:cNvPr id="0" name=""/>
        <dsp:cNvSpPr/>
      </dsp:nvSpPr>
      <dsp:spPr>
        <a:xfrm>
          <a:off x="0" y="3129785"/>
          <a:ext cx="6003925" cy="781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Sử dụng Nested try (lồng try)</a:t>
          </a:r>
        </a:p>
      </dsp:txBody>
      <dsp:txXfrm>
        <a:off x="0" y="3129785"/>
        <a:ext cx="6003925" cy="781873"/>
      </dsp:txXfrm>
    </dsp:sp>
    <dsp:sp modelId="{86404FBF-D023-4C22-A283-48EE028AB5CE}">
      <dsp:nvSpPr>
        <dsp:cNvPr id="0" name=""/>
        <dsp:cNvSpPr/>
      </dsp:nvSpPr>
      <dsp:spPr>
        <a:xfrm>
          <a:off x="0" y="3911658"/>
          <a:ext cx="600392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D31AA2-0575-4663-8081-7F726181C692}">
      <dsp:nvSpPr>
        <dsp:cNvPr id="0" name=""/>
        <dsp:cNvSpPr/>
      </dsp:nvSpPr>
      <dsp:spPr>
        <a:xfrm>
          <a:off x="0" y="3911658"/>
          <a:ext cx="6003925" cy="781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Sử dụng throw và throws</a:t>
          </a:r>
        </a:p>
      </dsp:txBody>
      <dsp:txXfrm>
        <a:off x="0" y="3911658"/>
        <a:ext cx="6003925" cy="7818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EE04A-6657-47B4-B28F-F5B74A2C9AF2}">
      <dsp:nvSpPr>
        <dsp:cNvPr id="0" name=""/>
        <dsp:cNvSpPr/>
      </dsp:nvSpPr>
      <dsp:spPr>
        <a:xfrm>
          <a:off x="50" y="50648"/>
          <a:ext cx="4838118" cy="12136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Các</a:t>
          </a:r>
          <a:r>
            <a:rPr lang="en-US" sz="2500" kern="1200" dirty="0"/>
            <a:t> tr</a:t>
          </a:r>
          <a:r>
            <a:rPr lang="vi-VN" sz="2500" kern="1200" dirty="0"/>
            <a:t>ư</a:t>
          </a:r>
          <a:r>
            <a:rPr lang="en-US" sz="2500" kern="1200" dirty="0" err="1"/>
            <a:t>ờng</a:t>
          </a:r>
          <a:r>
            <a:rPr lang="en-US" sz="2500" kern="1200" dirty="0"/>
            <a:t> </a:t>
          </a:r>
          <a:r>
            <a:rPr lang="en-US" sz="2500" kern="1200" dirty="0" err="1"/>
            <a:t>hợp</a:t>
          </a:r>
          <a:r>
            <a:rPr lang="en-US" sz="2500" kern="1200" dirty="0"/>
            <a:t> </a:t>
          </a:r>
          <a:r>
            <a:rPr lang="en-US" sz="2500" kern="1200" dirty="0" err="1"/>
            <a:t>có</a:t>
          </a:r>
          <a:r>
            <a:rPr lang="en-US" sz="2500" kern="1200" dirty="0"/>
            <a:t> </a:t>
          </a:r>
          <a:r>
            <a:rPr lang="en-US" sz="2500" kern="1200" dirty="0" err="1"/>
            <a:t>thể</a:t>
          </a:r>
          <a:r>
            <a:rPr lang="en-US" sz="2500" kern="1200" dirty="0"/>
            <a:t> </a:t>
          </a:r>
          <a:r>
            <a:rPr lang="en-US" sz="2500" kern="1200" dirty="0" err="1"/>
            <a:t>xảy</a:t>
          </a:r>
          <a:r>
            <a:rPr lang="en-US" sz="2500" kern="1200" dirty="0"/>
            <a:t> ra </a:t>
          </a:r>
          <a:r>
            <a:rPr lang="en-US" sz="2500" kern="1200" dirty="0" err="1"/>
            <a:t>với</a:t>
          </a:r>
          <a:r>
            <a:rPr lang="en-US" sz="2500" kern="1200" dirty="0"/>
            <a:t> try-catch </a:t>
          </a:r>
          <a:r>
            <a:rPr lang="en-US" sz="2500" kern="1200" dirty="0" err="1"/>
            <a:t>hoặc</a:t>
          </a:r>
          <a:r>
            <a:rPr lang="en-US" sz="2500" kern="1200" dirty="0"/>
            <a:t> try-catch-finally</a:t>
          </a:r>
        </a:p>
      </dsp:txBody>
      <dsp:txXfrm>
        <a:off x="50" y="50648"/>
        <a:ext cx="4838118" cy="1213694"/>
      </dsp:txXfrm>
    </dsp:sp>
    <dsp:sp modelId="{0D0D503E-411B-475F-9407-CD2612D538DB}">
      <dsp:nvSpPr>
        <dsp:cNvPr id="0" name=""/>
        <dsp:cNvSpPr/>
      </dsp:nvSpPr>
      <dsp:spPr>
        <a:xfrm>
          <a:off x="50" y="1264343"/>
          <a:ext cx="4838118" cy="2401875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Ngoại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lệ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xảy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ra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try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đ</a:t>
          </a:r>
          <a:r>
            <a:rPr lang="vi-V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ư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ợc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xử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catch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Ngoại lệ xảy ra trong try nh</a:t>
          </a:r>
          <a:r>
            <a:rPr lang="vi-V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ư</a:t>
          </a: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ng không đ</a:t>
          </a:r>
          <a:r>
            <a:rPr lang="vi-V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ư</a:t>
          </a: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ợc xử lý trong khổi catch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Ngoại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lệ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xảy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ra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try</a:t>
          </a:r>
        </a:p>
      </dsp:txBody>
      <dsp:txXfrm>
        <a:off x="50" y="1264343"/>
        <a:ext cx="4838118" cy="2401875"/>
      </dsp:txXfrm>
    </dsp:sp>
    <dsp:sp modelId="{2F83822B-4FEC-4451-9E3C-936EB03A2B9D}">
      <dsp:nvSpPr>
        <dsp:cNvPr id="0" name=""/>
        <dsp:cNvSpPr/>
      </dsp:nvSpPr>
      <dsp:spPr>
        <a:xfrm>
          <a:off x="5515505" y="50648"/>
          <a:ext cx="4838118" cy="12136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Các</a:t>
          </a:r>
          <a:r>
            <a:rPr lang="en-US" sz="2500" kern="1200" dirty="0"/>
            <a:t> tr</a:t>
          </a:r>
          <a:r>
            <a:rPr lang="vi-VN" sz="2500" kern="1200" dirty="0"/>
            <a:t>ư</a:t>
          </a:r>
          <a:r>
            <a:rPr lang="en-US" sz="2500" kern="1200" dirty="0" err="1"/>
            <a:t>ờng</a:t>
          </a:r>
          <a:r>
            <a:rPr lang="en-US" sz="2500" kern="1200" dirty="0"/>
            <a:t> </a:t>
          </a:r>
          <a:r>
            <a:rPr lang="en-US" sz="2500" kern="1200" dirty="0" err="1"/>
            <a:t>hợp</a:t>
          </a:r>
          <a:r>
            <a:rPr lang="en-US" sz="2500" kern="1200" dirty="0"/>
            <a:t> </a:t>
          </a:r>
          <a:r>
            <a:rPr lang="en-US" sz="2500" kern="1200" dirty="0" err="1"/>
            <a:t>có</a:t>
          </a:r>
          <a:r>
            <a:rPr lang="en-US" sz="2500" kern="1200" dirty="0"/>
            <a:t> </a:t>
          </a:r>
          <a:r>
            <a:rPr lang="en-US" sz="2500" kern="1200" dirty="0" err="1"/>
            <a:t>thể</a:t>
          </a:r>
          <a:r>
            <a:rPr lang="en-US" sz="2500" kern="1200" dirty="0"/>
            <a:t> </a:t>
          </a:r>
          <a:r>
            <a:rPr lang="en-US" sz="2500" kern="1200" dirty="0" err="1"/>
            <a:t>xảy</a:t>
          </a:r>
          <a:r>
            <a:rPr lang="en-US" sz="2500" kern="1200" dirty="0"/>
            <a:t> ra </a:t>
          </a:r>
          <a:r>
            <a:rPr lang="en-US" sz="2500" kern="1200" dirty="0" err="1"/>
            <a:t>với</a:t>
          </a:r>
          <a:r>
            <a:rPr lang="en-US" sz="2500" kern="1200" dirty="0"/>
            <a:t> try-finally</a:t>
          </a:r>
        </a:p>
      </dsp:txBody>
      <dsp:txXfrm>
        <a:off x="5515505" y="50648"/>
        <a:ext cx="4838118" cy="1213694"/>
      </dsp:txXfrm>
    </dsp:sp>
    <dsp:sp modelId="{354CF78D-2246-4443-8AE0-65B4BC727895}">
      <dsp:nvSpPr>
        <dsp:cNvPr id="0" name=""/>
        <dsp:cNvSpPr/>
      </dsp:nvSpPr>
      <dsp:spPr>
        <a:xfrm>
          <a:off x="5515505" y="1264343"/>
          <a:ext cx="4838118" cy="2401875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Ngoại lệ xảy ra trong try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Ngoại lệ xảy ra ngoài try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(1 khối try có thể có nhiều khối catch)</a:t>
          </a:r>
        </a:p>
      </dsp:txBody>
      <dsp:txXfrm>
        <a:off x="5515505" y="1264343"/>
        <a:ext cx="4838118" cy="2401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9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86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2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0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3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0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68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51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86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98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13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4529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85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73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79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65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52670-A61D-4D7C-85F7-500E78860E09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4371C-88F5-487E-B1A7-A25C6C4FE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544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tmp"/><Relationship Id="rId4" Type="http://schemas.openxmlformats.org/officeDocument/2006/relationships/image" Target="../media/image11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tmp"/><Relationship Id="rId4" Type="http://schemas.openxmlformats.org/officeDocument/2006/relationships/image" Target="../media/image18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tmp"/><Relationship Id="rId4" Type="http://schemas.openxmlformats.org/officeDocument/2006/relationships/image" Target="../media/image22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tmp"/><Relationship Id="rId4" Type="http://schemas.openxmlformats.org/officeDocument/2006/relationships/image" Target="../media/image26.tm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tmp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48AD06-96F8-4129-940D-B505CE6AE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3794" y="643467"/>
            <a:ext cx="9600217" cy="3585834"/>
          </a:xfrm>
        </p:spPr>
        <p:txBody>
          <a:bodyPr>
            <a:normAutofit/>
          </a:bodyPr>
          <a:lstStyle/>
          <a:p>
            <a:pPr algn="l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5: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D9FCE-F3CD-438B-902E-4933FF860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794" y="4872767"/>
            <a:ext cx="9600217" cy="1424165"/>
          </a:xfrm>
        </p:spPr>
        <p:txBody>
          <a:bodyPr>
            <a:normAutofit/>
          </a:bodyPr>
          <a:lstStyle/>
          <a:p>
            <a:pPr algn="l"/>
            <a:r>
              <a:rPr lang="en-US" sz="3200" dirty="0" err="1"/>
              <a:t>Giảng</a:t>
            </a:r>
            <a:r>
              <a:rPr lang="en-US" sz="3200" dirty="0"/>
              <a:t> </a:t>
            </a:r>
            <a:r>
              <a:rPr lang="en-US" sz="3200" dirty="0" err="1"/>
              <a:t>viên</a:t>
            </a:r>
            <a:r>
              <a:rPr lang="en-US" sz="3200" dirty="0"/>
              <a:t>: </a:t>
            </a:r>
            <a:r>
              <a:rPr lang="en-US" sz="3200" dirty="0" err="1"/>
              <a:t>Phạm</a:t>
            </a:r>
            <a:r>
              <a:rPr lang="en-US" sz="3200" dirty="0"/>
              <a:t> Quang </a:t>
            </a:r>
            <a:r>
              <a:rPr lang="en-US" sz="3200" dirty="0" err="1"/>
              <a:t>Hiển</a:t>
            </a:r>
            <a:endParaRPr lang="en-US" sz="3200" dirty="0"/>
          </a:p>
          <a:p>
            <a:pPr algn="l"/>
            <a:r>
              <a:rPr lang="en-US" sz="3200" dirty="0"/>
              <a:t>Email: </a:t>
            </a:r>
            <a:r>
              <a:rPr lang="en-US" sz="3200" dirty="0" err="1"/>
              <a:t>phamquanghien@humg.edu.vn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8989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15FB6-D8ED-4BA8-9D81-4112BB5C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Ngoại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8F815-7580-4798-872E-E9AA51D6C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Ngoại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  <a:p>
            <a:r>
              <a:rPr lang="en-US" dirty="0" err="1"/>
              <a:t>Ngoại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 =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chạy</a:t>
            </a:r>
            <a:endParaRPr lang="en-US" dirty="0"/>
          </a:p>
          <a:p>
            <a:r>
              <a:rPr lang="en-US" dirty="0" err="1"/>
              <a:t>Ngoại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: Ch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(catch)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/ 0;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D313D1-1DB0-4383-8A98-E0E73B540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262" y="4320362"/>
            <a:ext cx="4473800" cy="19280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8DC673-7C96-42E0-841E-E5C321C37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946" y="4320362"/>
            <a:ext cx="4455078" cy="192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29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8CF1-075B-42B7-916F-68DA4DA7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2142" y="609600"/>
            <a:ext cx="3375413" cy="1326321"/>
          </a:xfrm>
        </p:spPr>
        <p:txBody>
          <a:bodyPr>
            <a:normAutofit/>
          </a:bodyPr>
          <a:lstStyle/>
          <a:p>
            <a:pPr algn="l"/>
            <a:r>
              <a:rPr lang="en-US" sz="2800"/>
              <a:t>S</a:t>
            </a:r>
            <a:r>
              <a:rPr lang="vi-VN" sz="2800"/>
              <a:t>ơ</a:t>
            </a:r>
            <a:r>
              <a:rPr lang="en-US" sz="2800"/>
              <a:t> đồ kế thừa của exception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DE7B202-C50B-4900-B66E-4405273CE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6696075" cy="5391150"/>
          </a:xfrm>
          <a:prstGeom prst="rect">
            <a:avLst/>
          </a:prstGeom>
          <a:solidFill>
            <a:schemeClr val="tx1"/>
          </a:solidFill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Cây phân cấp lớp Exception">
            <a:extLst>
              <a:ext uri="{FF2B5EF4-FFF2-40B4-BE49-F238E27FC236}">
                <a16:creationId xmlns:a16="http://schemas.microsoft.com/office/drawing/2014/main" id="{9E5A7EFF-5521-486D-8945-0E9BD458B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3" r="1636" b="-5"/>
          <a:stretch/>
        </p:blipFill>
        <p:spPr bwMode="auto">
          <a:xfrm>
            <a:off x="1002770" y="1009650"/>
            <a:ext cx="624427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9" name="Rectangle 138">
            <a:extLst>
              <a:ext uri="{FF2B5EF4-FFF2-40B4-BE49-F238E27FC236}">
                <a16:creationId xmlns:a16="http://schemas.microsoft.com/office/drawing/2014/main" id="{8F7C81A9-037D-4D51-AB3A-FC9786B32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654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ECB20-D277-4E7C-953D-4D3018511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7" y="2096064"/>
            <a:ext cx="3408070" cy="415233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2 </a:t>
            </a:r>
            <a:r>
              <a:rPr lang="en-US" sz="1800" dirty="0" err="1"/>
              <a:t>loại</a:t>
            </a:r>
            <a:r>
              <a:rPr lang="en-US" sz="1800" dirty="0"/>
              <a:t> exception: checked </a:t>
            </a:r>
            <a:r>
              <a:rPr lang="en-US" sz="1800" dirty="0" err="1"/>
              <a:t>và</a:t>
            </a:r>
            <a:r>
              <a:rPr lang="en-US" sz="1800" dirty="0"/>
              <a:t> unchecked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effectLst/>
              </a:rPr>
              <a:t>Checked exception: </a:t>
            </a:r>
            <a:r>
              <a:rPr lang="en-US" dirty="0" err="1">
                <a:effectLst/>
              </a:rPr>
              <a:t>cảnh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báo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tại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thời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điểm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biên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dịch</a:t>
            </a:r>
            <a:r>
              <a:rPr lang="en-US" dirty="0">
                <a:effectLst/>
              </a:rPr>
              <a:t> (Compile-time)​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effectLst/>
              </a:rPr>
              <a:t>Uncheck exception: </a:t>
            </a:r>
            <a:r>
              <a:rPr lang="en-US" dirty="0" err="1">
                <a:effectLst/>
              </a:rPr>
              <a:t>cảnh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báo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văng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khỏi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ch</a:t>
            </a:r>
            <a:r>
              <a:rPr lang="vi-VN" dirty="0">
                <a:effectLst/>
              </a:rPr>
              <a:t>ư</a:t>
            </a:r>
            <a:r>
              <a:rPr lang="en-US" dirty="0" err="1">
                <a:effectLst/>
              </a:rPr>
              <a:t>ơng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trình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khi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chạy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chương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trình</a:t>
            </a:r>
            <a:r>
              <a:rPr lang="en-US" dirty="0">
                <a:effectLst/>
              </a:rPr>
              <a:t> (run-time)​</a:t>
            </a:r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092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4" name="Rectangle 72">
            <a:extLst>
              <a:ext uri="{FF2B5EF4-FFF2-40B4-BE49-F238E27FC236}">
                <a16:creationId xmlns:a16="http://schemas.microsoft.com/office/drawing/2014/main" id="{D250AD41-A0EA-4974-AF3F-9CB956969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D873A-660A-4B8F-9F26-B52C65AC8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12" y="4551037"/>
            <a:ext cx="10599576" cy="11686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 err="1"/>
              <a:t>Ví</a:t>
            </a:r>
            <a:r>
              <a:rPr lang="en-US" sz="3700" dirty="0"/>
              <a:t> </a:t>
            </a:r>
            <a:r>
              <a:rPr lang="en-US" sz="3700" dirty="0" err="1"/>
              <a:t>dụ</a:t>
            </a:r>
            <a:r>
              <a:rPr lang="en-US" sz="3700" dirty="0"/>
              <a:t> </a:t>
            </a:r>
            <a:r>
              <a:rPr lang="en-US" sz="3700" dirty="0" err="1"/>
              <a:t>về</a:t>
            </a:r>
            <a:r>
              <a:rPr lang="en-US" sz="3700" dirty="0"/>
              <a:t> checked </a:t>
            </a:r>
            <a:r>
              <a:rPr lang="en-US" sz="3700" dirty="0" err="1"/>
              <a:t>và</a:t>
            </a:r>
            <a:r>
              <a:rPr lang="en-US" sz="3700" dirty="0"/>
              <a:t> unchecked exception</a:t>
            </a:r>
          </a:p>
        </p:txBody>
      </p:sp>
      <p:sp>
        <p:nvSpPr>
          <p:cNvPr id="2055" name="Rectangle 74">
            <a:extLst>
              <a:ext uri="{FF2B5EF4-FFF2-40B4-BE49-F238E27FC236}">
                <a16:creationId xmlns:a16="http://schemas.microsoft.com/office/drawing/2014/main" id="{449F20D7-4DA5-403A-A81A-2808DFB07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7" cy="42126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vi du unchecked exception trong java">
            <a:extLst>
              <a:ext uri="{FF2B5EF4-FFF2-40B4-BE49-F238E27FC236}">
                <a16:creationId xmlns:a16="http://schemas.microsoft.com/office/drawing/2014/main" id="{FCC9D004-363E-4B55-A6C4-497413DC1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632" y="871796"/>
            <a:ext cx="5437491" cy="265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BC19C68-7D81-44DA-A360-9D3D37ED1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154913"/>
            <a:ext cx="0" cy="2083837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vi du checked exception trong java">
            <a:extLst>
              <a:ext uri="{FF2B5EF4-FFF2-40B4-BE49-F238E27FC236}">
                <a16:creationId xmlns:a16="http://schemas.microsoft.com/office/drawing/2014/main" id="{87449FAF-1438-4EF2-9679-B0466176A2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6864" y="973854"/>
            <a:ext cx="5437503" cy="243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214296-9E75-4BEC-9E5C-6750FBA5B5A4}"/>
              </a:ext>
            </a:extLst>
          </p:cNvPr>
          <p:cNvSpPr txBox="1"/>
          <p:nvPr/>
        </p:nvSpPr>
        <p:spPr>
          <a:xfrm>
            <a:off x="1899873" y="3675543"/>
            <a:ext cx="2498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Unchecked exception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462229-E042-474A-AA86-7BAD0365AD6C}"/>
              </a:ext>
            </a:extLst>
          </p:cNvPr>
          <p:cNvSpPr txBox="1"/>
          <p:nvPr/>
        </p:nvSpPr>
        <p:spPr>
          <a:xfrm>
            <a:off x="7751737" y="3673966"/>
            <a:ext cx="2264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Checked exception</a:t>
            </a:r>
          </a:p>
        </p:txBody>
      </p:sp>
    </p:spTree>
    <p:extLst>
      <p:ext uri="{BB962C8B-B14F-4D97-AF65-F5344CB8AC3E}">
        <p14:creationId xmlns:p14="http://schemas.microsoft.com/office/powerpoint/2010/main" val="3783394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73992-7A33-4AAB-A8FE-5C7450EC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2575" y="628651"/>
            <a:ext cx="3643150" cy="5584259"/>
          </a:xfrm>
        </p:spPr>
        <p:txBody>
          <a:bodyPr>
            <a:normAutofit/>
          </a:bodyPr>
          <a:lstStyle/>
          <a:p>
            <a:r>
              <a:rPr lang="en-US" sz="4000"/>
              <a:t>Các cách xử lý ngoại lệ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7E54D-C502-461E-8397-6E20A7160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816EEA-C74C-4297-9F06-02600C12A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654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4D8DFD-8A9A-401B-8F8D-8BD6804E3A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341219"/>
              </p:ext>
            </p:extLst>
          </p:nvPr>
        </p:nvGraphicFramePr>
        <p:xfrm>
          <a:off x="1082675" y="1095375"/>
          <a:ext cx="6003925" cy="469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2633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FA0FA-1142-4A12-852E-DD59F0DB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try-catch-finally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CB9BF31-13A6-46CA-9713-D396224984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8715913"/>
              </p:ext>
            </p:extLst>
          </p:nvPr>
        </p:nvGraphicFramePr>
        <p:xfrm>
          <a:off x="914400" y="2417232"/>
          <a:ext cx="10353675" cy="3716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97809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D1A3F-87A8-40DD-82AC-3F1C40640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537711"/>
            <a:ext cx="10844965" cy="10629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Ngoại lệ trong try - catch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9D7D3291-A362-4BDB-8C2B-ED8A613ED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10668000" cy="3390900"/>
          </a:xfrm>
          <a:prstGeom prst="rect">
            <a:avLst/>
          </a:prstGeom>
          <a:solidFill>
            <a:schemeClr val="tx1"/>
          </a:solidFill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C52CE6-474B-4B80-97E7-ED56B4EE3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297" y="2028454"/>
            <a:ext cx="5173996" cy="788857"/>
          </a:xfrm>
          <a:prstGeom prst="rect">
            <a:avLst/>
          </a:prstGeom>
        </p:spPr>
      </p:pic>
      <p:sp>
        <p:nvSpPr>
          <p:cNvPr id="19" name="Rectangle 13">
            <a:extLst>
              <a:ext uri="{FF2B5EF4-FFF2-40B4-BE49-F238E27FC236}">
                <a16:creationId xmlns:a16="http://schemas.microsoft.com/office/drawing/2014/main" id="{61A4A5F8-84E6-4261-8CA3-360164B16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2021" y="797778"/>
            <a:ext cx="10528908" cy="3262195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CC1C20-E2C0-4A24-8AD9-A18D4750C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40" y="885825"/>
            <a:ext cx="4877357" cy="307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34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ADD6-58B5-4D21-8060-010A259E8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multicatch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B89F55-780A-4F69-A976-D1B1C80793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09" y="2041470"/>
            <a:ext cx="5273497" cy="305588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7C6DEF-F69F-4920-88B1-96C50D860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899" y="5923901"/>
            <a:ext cx="2034716" cy="5182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64993D-9AD4-433D-AF28-63DAECDCF1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684" y="2041469"/>
            <a:ext cx="5387807" cy="30558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7DCF1B-ED68-451C-A93A-AEC277558B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528" y="5923901"/>
            <a:ext cx="1783235" cy="464860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7B4C984D-7E28-4BFE-8EBF-3A9A89F2F13C}"/>
              </a:ext>
            </a:extLst>
          </p:cNvPr>
          <p:cNvSpPr/>
          <p:nvPr/>
        </p:nvSpPr>
        <p:spPr>
          <a:xfrm>
            <a:off x="2971800" y="5210175"/>
            <a:ext cx="5334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3D9F551B-F0AE-40E5-80AE-2E8DA7D3D0EA}"/>
              </a:ext>
            </a:extLst>
          </p:cNvPr>
          <p:cNvSpPr/>
          <p:nvPr/>
        </p:nvSpPr>
        <p:spPr>
          <a:xfrm>
            <a:off x="8758445" y="5202902"/>
            <a:ext cx="5334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212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D425E-C708-4542-8ED3-F1873ED8D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try </a:t>
            </a:r>
            <a:r>
              <a:rPr lang="en-US" dirty="0" err="1"/>
              <a:t>lồng</a:t>
            </a:r>
            <a:r>
              <a:rPr lang="en-US" dirty="0"/>
              <a:t> try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455D5-8408-4540-86B6-3CEA0ACDB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08" y="1935921"/>
            <a:ext cx="3105392" cy="309651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067E4E-45AF-4293-89D3-E2F7822D8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532" y="1935921"/>
            <a:ext cx="5601185" cy="45266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99B30C-6F8D-4F4E-A7A7-F22201129079}"/>
              </a:ext>
            </a:extLst>
          </p:cNvPr>
          <p:cNvSpPr txBox="1"/>
          <p:nvPr/>
        </p:nvSpPr>
        <p:spPr>
          <a:xfrm>
            <a:off x="1529839" y="5225897"/>
            <a:ext cx="267413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538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70">
            <a:extLst>
              <a:ext uri="{FF2B5EF4-FFF2-40B4-BE49-F238E27FC236}">
                <a16:creationId xmlns:a16="http://schemas.microsoft.com/office/drawing/2014/main" id="{09A5E449-B95D-46A6-9234-5477BCBAD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0BD71-35FD-4A14-B6F1-32A5BB6E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8" y="609600"/>
            <a:ext cx="3408068" cy="1326321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FFFFFF"/>
                </a:solidFill>
              </a:rPr>
              <a:t>Khối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lệnh</a:t>
            </a:r>
            <a:r>
              <a:rPr lang="en-US" sz="2800" dirty="0">
                <a:solidFill>
                  <a:srgbClr val="FFFFFF"/>
                </a:solidFill>
              </a:rPr>
              <a:t> finally</a:t>
            </a:r>
          </a:p>
        </p:txBody>
      </p:sp>
      <p:sp>
        <p:nvSpPr>
          <p:cNvPr id="3077" name="Rectangle 72">
            <a:extLst>
              <a:ext uri="{FF2B5EF4-FFF2-40B4-BE49-F238E27FC236}">
                <a16:creationId xmlns:a16="http://schemas.microsoft.com/office/drawing/2014/main" id="{57B113FE-00ED-4DFD-B853-285DBAE33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6696075" cy="5391150"/>
          </a:xfrm>
          <a:prstGeom prst="rect">
            <a:avLst/>
          </a:prstGeom>
          <a:solidFill>
            <a:schemeClr val="bg1"/>
          </a:solidFill>
          <a:ln w="190500" cap="sq">
            <a:solidFill>
              <a:schemeClr val="bg1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flow của khối lệnh finally trong java">
            <a:extLst>
              <a:ext uri="{FF2B5EF4-FFF2-40B4-BE49-F238E27FC236}">
                <a16:creationId xmlns:a16="http://schemas.microsoft.com/office/drawing/2014/main" id="{206B37F9-9EAF-4234-9A39-191D29AC2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20675" y="1114868"/>
            <a:ext cx="5359675" cy="462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8" name="Rectangle 74">
            <a:extLst>
              <a:ext uri="{FF2B5EF4-FFF2-40B4-BE49-F238E27FC236}">
                <a16:creationId xmlns:a16="http://schemas.microsoft.com/office/drawing/2014/main" id="{08CC676F-74F1-441D-9B51-42C5B87F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654" y="799817"/>
            <a:ext cx="6565717" cy="5258367"/>
          </a:xfrm>
          <a:prstGeom prst="rect">
            <a:avLst/>
          </a:prstGeom>
          <a:noFill/>
          <a:ln w="12700">
            <a:solidFill>
              <a:srgbClr val="2A5B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B4EA-6B56-42D5-82E7-D2F1A841A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7" y="2096064"/>
            <a:ext cx="3408070" cy="39621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vi-VN" sz="2200" dirty="0">
                <a:solidFill>
                  <a:srgbClr val="FFFFFF"/>
                </a:solidFill>
                <a:latin typeface="+mj-lt"/>
              </a:rPr>
              <a:t>Khối lệnh finally trong java luôn được thực thi cho dù có ngoại lệ xảy ra hay không hoặc gặp lệnh return trong khối try.</a:t>
            </a:r>
            <a:endParaRPr lang="en-US" sz="2200" dirty="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28396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E2634-5CAF-4713-BDB9-6629D19AB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finally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7144BA-1F5C-4BE3-B144-7F7DC4F2C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51" y="2144918"/>
            <a:ext cx="5651749" cy="285570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C97B21-3301-4E54-9282-31312B6D8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010" y="5820503"/>
            <a:ext cx="2888230" cy="716342"/>
          </a:xfrm>
          <a:prstGeom prst="rect">
            <a:avLst/>
          </a:prstGeom>
        </p:spPr>
      </p:pic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630322A9-AEFF-4032-AC33-70B630C09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638" y="2144917"/>
            <a:ext cx="5410112" cy="28557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487D91-9EE6-440C-8504-F60CC040A3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585" y="5889089"/>
            <a:ext cx="5982218" cy="579170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034A4A93-E6FC-43B7-AD51-C9AC0627E868}"/>
              </a:ext>
            </a:extLst>
          </p:cNvPr>
          <p:cNvSpPr/>
          <p:nvPr/>
        </p:nvSpPr>
        <p:spPr>
          <a:xfrm>
            <a:off x="3038475" y="5153025"/>
            <a:ext cx="447675" cy="5143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FAD98F09-4BAA-446B-B8D4-8E7A5F378733}"/>
              </a:ext>
            </a:extLst>
          </p:cNvPr>
          <p:cNvSpPr/>
          <p:nvPr/>
        </p:nvSpPr>
        <p:spPr>
          <a:xfrm>
            <a:off x="8705850" y="5187681"/>
            <a:ext cx="447675" cy="5143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76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BE3F-6271-43D4-9AB6-0172D9EFC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finally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CF5527-C5D8-4647-9812-009B48AE2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08" y="2185583"/>
            <a:ext cx="5239729" cy="281504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04BADD-909E-4688-BEAB-4772B0988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8" y="5886418"/>
            <a:ext cx="3619814" cy="723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FA133B-6821-4926-A501-50CB4A707D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565" y="2185583"/>
            <a:ext cx="5543817" cy="29034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079552-636A-45FC-8FE1-F12808CAFC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53" y="5962624"/>
            <a:ext cx="3040643" cy="571550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AABBF16E-31FC-4FB8-B8FE-E6FCC63BAD88}"/>
              </a:ext>
            </a:extLst>
          </p:cNvPr>
          <p:cNvSpPr/>
          <p:nvPr/>
        </p:nvSpPr>
        <p:spPr>
          <a:xfrm>
            <a:off x="2695797" y="5186346"/>
            <a:ext cx="447675" cy="5143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E5D8902D-D958-4B1C-9418-A49B5EF30642}"/>
              </a:ext>
            </a:extLst>
          </p:cNvPr>
          <p:cNvSpPr/>
          <p:nvPr/>
        </p:nvSpPr>
        <p:spPr>
          <a:xfrm>
            <a:off x="8910635" y="5268664"/>
            <a:ext cx="447675" cy="5143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65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8DD78-1F83-4F0D-A407-83D0E25EB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throw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89AB88-1299-450B-A702-BB587EA51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36" y="2186831"/>
            <a:ext cx="5334462" cy="248433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ACC56E-3731-4438-A746-C80D73E41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74" y="5579724"/>
            <a:ext cx="5822185" cy="4801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F06EC9-4FE5-4F29-9363-A5819CDC55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628" y="1774747"/>
            <a:ext cx="5585944" cy="31473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0CF943-79D1-4D28-8B58-61C2BBCA1D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751" y="5553052"/>
            <a:ext cx="2156647" cy="533446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E35ACA0B-F443-4536-8060-196B56B81B8B}"/>
              </a:ext>
            </a:extLst>
          </p:cNvPr>
          <p:cNvSpPr/>
          <p:nvPr/>
        </p:nvSpPr>
        <p:spPr>
          <a:xfrm>
            <a:off x="2714625" y="4905375"/>
            <a:ext cx="457200" cy="4801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9005FD34-A236-439F-8B26-58CECCB6291A}"/>
              </a:ext>
            </a:extLst>
          </p:cNvPr>
          <p:cNvSpPr/>
          <p:nvPr/>
        </p:nvSpPr>
        <p:spPr>
          <a:xfrm>
            <a:off x="9020175" y="5016061"/>
            <a:ext cx="457200" cy="4801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76D8A2-1297-4827-AC99-EAE8888A70F6}"/>
              </a:ext>
            </a:extLst>
          </p:cNvPr>
          <p:cNvSpPr txBox="1"/>
          <p:nvPr/>
        </p:nvSpPr>
        <p:spPr>
          <a:xfrm>
            <a:off x="1091953" y="6294035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throw ra ngoại lệ nhưng không xử lý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39701D-54D1-4579-9BFE-8C4E0A6B84C4}"/>
              </a:ext>
            </a:extLst>
          </p:cNvPr>
          <p:cNvSpPr txBox="1"/>
          <p:nvPr/>
        </p:nvSpPr>
        <p:spPr>
          <a:xfrm>
            <a:off x="7502143" y="6294035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throw ra ngoại lệ nhưng có xử lý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033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EDB39-BD6D-454F-89F6-1D2800ABA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throws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FF5AE-CB0A-4716-A166-78FA36C61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46555"/>
            <a:ext cx="10353762" cy="46075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vi-VN" dirty="0"/>
              <a:t>Chỉ ngoại lệ checked:</a:t>
            </a:r>
          </a:p>
          <a:p>
            <a:pPr lvl="1">
              <a:lnSpc>
                <a:spcPct val="150000"/>
              </a:lnSpc>
            </a:pPr>
            <a:r>
              <a:rPr lang="vi-VN" dirty="0"/>
              <a:t>Ngoại lệ unchecked: nằm trong sự kiểm soát của bạn.</a:t>
            </a:r>
          </a:p>
          <a:p>
            <a:pPr lvl="1">
              <a:lnSpc>
                <a:spcPct val="150000"/>
              </a:lnSpc>
            </a:pPr>
            <a:r>
              <a:rPr lang="vi-VN" dirty="0"/>
              <a:t>error: nằm ngoài sự kiểm soát của bạn, ví dụ bạn sẽ không thể làm được bất kì điều gì khi các lỗi VirtualMachineError hoặc StackOverflowError xảy ra.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throws:</a:t>
            </a:r>
          </a:p>
          <a:p>
            <a:pPr lvl="1">
              <a:lnSpc>
                <a:spcPct val="150000"/>
              </a:lnSpc>
            </a:pPr>
            <a:r>
              <a:rPr lang="vi-VN" dirty="0"/>
              <a:t>Ngoại lệ checked có thể được ném ra ngoài và được xử lý ở một hàm khác.</a:t>
            </a:r>
          </a:p>
          <a:p>
            <a:pPr lvl="1">
              <a:lnSpc>
                <a:spcPct val="150000"/>
              </a:lnSpc>
            </a:pPr>
            <a:r>
              <a:rPr lang="vi-VN" dirty="0"/>
              <a:t>Cung cấp thông tin cho caller của phương thức về các ngoại lệ.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99012-4F4F-42AA-A6E1-82315AA7F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950" y="1935921"/>
            <a:ext cx="5265876" cy="75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03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5EC94-05A3-48BD-B07B-C95FC2418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throws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8CFA4B-44BD-4CF1-B335-0922E0E8F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86" y="1882293"/>
            <a:ext cx="5755310" cy="442844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77C9E5-B88B-4AAB-B6E1-96055BDA5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207" y="3797783"/>
            <a:ext cx="2019475" cy="57155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46E4238-0917-4B64-A30F-E65944ED61F6}"/>
              </a:ext>
            </a:extLst>
          </p:cNvPr>
          <p:cNvSpPr/>
          <p:nvPr/>
        </p:nvSpPr>
        <p:spPr>
          <a:xfrm>
            <a:off x="6951052" y="3945775"/>
            <a:ext cx="834501" cy="4389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471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4956A-7F41-42F5-BA13-5024A7C1F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en-US" dirty="0"/>
              <a:t> throw </a:t>
            </a:r>
            <a:r>
              <a:rPr lang="en-US" dirty="0" err="1"/>
              <a:t>và</a:t>
            </a:r>
            <a:r>
              <a:rPr lang="en-US" dirty="0"/>
              <a:t> throws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78C15F-1ACC-4105-90E4-E81013896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77" y="1761552"/>
            <a:ext cx="8809196" cy="356166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C2A80F-2713-4D44-90C6-2E30399CE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077" y="5736434"/>
            <a:ext cx="4109285" cy="10239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28F4D1-AF91-4D33-AAAE-28B0CED1AC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650" y="5736433"/>
            <a:ext cx="4015273" cy="102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52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749C8-E8AD-4858-BC9A-2E5E120DA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07B7-9D54-4A87-BE99-284C118F4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err="1"/>
              <a:t>Thực</a:t>
            </a:r>
            <a:r>
              <a:rPr lang="en-US" sz="2600" dirty="0"/>
              <a:t> </a:t>
            </a:r>
            <a:r>
              <a:rPr lang="en-US" sz="2600" dirty="0" err="1"/>
              <a:t>hành</a:t>
            </a:r>
            <a:r>
              <a:rPr lang="en-US" sz="2600" dirty="0"/>
              <a:t> </a:t>
            </a:r>
            <a:r>
              <a:rPr lang="en-US" sz="2600" dirty="0" err="1"/>
              <a:t>lại</a:t>
            </a:r>
            <a:r>
              <a:rPr lang="en-US" sz="2600" dirty="0"/>
              <a:t> </a:t>
            </a:r>
            <a:r>
              <a:rPr lang="en-US" sz="2600" dirty="0" err="1"/>
              <a:t>tất</a:t>
            </a:r>
            <a:r>
              <a:rPr lang="en-US" sz="2600" dirty="0"/>
              <a:t> </a:t>
            </a:r>
            <a:r>
              <a:rPr lang="en-US" sz="2600" dirty="0" err="1"/>
              <a:t>cả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ví</a:t>
            </a:r>
            <a:r>
              <a:rPr lang="en-US" sz="2600" dirty="0"/>
              <a:t> </a:t>
            </a:r>
            <a:r>
              <a:rPr lang="en-US" sz="2600" dirty="0" err="1"/>
              <a:t>dụ</a:t>
            </a:r>
            <a:r>
              <a:rPr lang="en-US" sz="2600" dirty="0"/>
              <a:t>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bài</a:t>
            </a:r>
            <a:r>
              <a:rPr lang="en-US" sz="2600" dirty="0"/>
              <a:t> </a:t>
            </a:r>
            <a:r>
              <a:rPr lang="en-US" sz="2600" dirty="0" err="1"/>
              <a:t>học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6461150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725C36023882DE4FB137522A70E4931E" ma:contentTypeVersion="5" ma:contentTypeDescription="Tạo tài liệu mới." ma:contentTypeScope="" ma:versionID="37206308218167f1bcab7ccacbc55a34">
  <xsd:schema xmlns:xsd="http://www.w3.org/2001/XMLSchema" xmlns:xs="http://www.w3.org/2001/XMLSchema" xmlns:p="http://schemas.microsoft.com/office/2006/metadata/properties" xmlns:ns2="786e6eaa-1619-4404-b353-bdcbc5319744" targetNamespace="http://schemas.microsoft.com/office/2006/metadata/properties" ma:root="true" ma:fieldsID="0d24929628809535d89936c78e4ba2a1" ns2:_="">
    <xsd:import namespace="786e6eaa-1619-4404-b353-bdcbc53197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e6eaa-1619-4404-b353-bdcbc53197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61952EC-F486-4ACF-8DBF-B996709A024E}"/>
</file>

<file path=customXml/itemProps2.xml><?xml version="1.0" encoding="utf-8"?>
<ds:datastoreItem xmlns:ds="http://schemas.openxmlformats.org/officeDocument/2006/customXml" ds:itemID="{1482A2C4-D9EB-4691-9691-8F598F54CDD0}"/>
</file>

<file path=customXml/itemProps3.xml><?xml version="1.0" encoding="utf-8"?>
<ds:datastoreItem xmlns:ds="http://schemas.openxmlformats.org/officeDocument/2006/customXml" ds:itemID="{E1FF56E2-2566-4A67-ADE5-D6D4F74820D6}"/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477</Words>
  <Application>Microsoft Macintosh PowerPoint</Application>
  <PresentationFormat>Widescreen</PresentationFormat>
  <Paragraphs>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Bookman Old Style</vt:lpstr>
      <vt:lpstr>Rockwell</vt:lpstr>
      <vt:lpstr>Times New Roman</vt:lpstr>
      <vt:lpstr>Damask</vt:lpstr>
      <vt:lpstr>Chương 5: Xử lý ngoại lệ</vt:lpstr>
      <vt:lpstr>Ngoại lệ là gì?</vt:lpstr>
      <vt:lpstr>Sơ đồ kế thừa của exception</vt:lpstr>
      <vt:lpstr>Ví dụ về checked và unchecked exception</vt:lpstr>
      <vt:lpstr>Các cách xử lý ngoại lệ</vt:lpstr>
      <vt:lpstr>Sử dụng try-catch-finally</vt:lpstr>
      <vt:lpstr>Ngoại lệ trong try - catch</vt:lpstr>
      <vt:lpstr>Sử dụng multicatch</vt:lpstr>
      <vt:lpstr>Sử dụng try lồng try</vt:lpstr>
      <vt:lpstr>Khối lệnh finally</vt:lpstr>
      <vt:lpstr>Ví dụ sử dụng finally</vt:lpstr>
      <vt:lpstr>Ví dụ sử dụng finally</vt:lpstr>
      <vt:lpstr>Sử dụng throw</vt:lpstr>
      <vt:lpstr>Sử dụng throws</vt:lpstr>
      <vt:lpstr>Ví dụ sử dụng throws</vt:lpstr>
      <vt:lpstr>So sánh throw và throws</vt:lpstr>
      <vt:lpstr>Bài tập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5: Xử lý ngoại lệ</dc:title>
  <dc:creator>ngocttd</dc:creator>
  <cp:lastModifiedBy>Pham Quang Hien</cp:lastModifiedBy>
  <cp:revision>16</cp:revision>
  <dcterms:created xsi:type="dcterms:W3CDTF">2019-12-09T02:42:27Z</dcterms:created>
  <dcterms:modified xsi:type="dcterms:W3CDTF">2021-05-28T18:58:18Z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0x010100725C36023882DE4FB137522A70E4931E</vt:lpwstr>
  </property>
</Properties>
</file>